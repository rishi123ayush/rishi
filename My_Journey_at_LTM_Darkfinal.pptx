
<file path=[Content_Types].xml><?xml version="1.0" encoding="utf-8"?>
<Types xmlns="http://schemas.openxmlformats.org/package/2006/content-types">
  <Default ContentType="image/jp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71600"/>
            <a:ext cx="45720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063240"/>
            <a:ext cx="3931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My Journey at LTM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0632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Learning, building and growing at LTIMindtree</a:t>
            </a:r>
            <a:endParaRPr lang="en-US" sz="1800" dirty="0"/>
          </a:p>
        </p:txBody>
      </p:sp>
      <p:sp>
        <p:nvSpPr>
          <p:cNvPr id="4" name="Tag pill"/>
          <p:cNvSpPr/>
          <p:nvPr/>
        </p:nvSpPr>
        <p:spPr>
          <a:xfrm>
            <a:off x="548640" y="640080"/>
            <a:ext cx="17373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</p:sp>
      <p:sp>
        <p:nvSpPr>
          <p:cNvPr id="5" name="Tag text"/>
          <p:cNvSpPr txBox="1"/>
          <p:nvPr/>
        </p:nvSpPr>
        <p:spPr>
          <a:xfrm>
            <a:off x="548640" y="640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LTIMindtree</a:t>
            </a:r>
            <a:endParaRPr lang="en-US" sz="1400" dirty="0"/>
          </a:p>
        </p:txBody>
      </p:sp>
      <p:sp>
        <p:nvSpPr>
          <p:cNvPr id="6" name="Presenter"/>
          <p:cNvSpPr txBox="1"/>
          <p:nvPr/>
        </p:nvSpPr>
        <p:spPr>
          <a:xfrm>
            <a:off x="548640" y="38404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Ayush Jaiswal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Graduate Engineer Trainee  |  Java FS Batch</a:t>
            </a:r>
            <a:endParaRPr lang="en-US" sz="2000" dirty="0"/>
          </a:p>
        </p:txBody>
      </p:sp>
      <p:pic>
        <p:nvPicPr>
          <p:cNvPr id="7" name="Image 0" descr="LTM campus entrance at n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8" name="Decor warm"/>
          <p:cNvSpPr/>
          <p:nvPr/>
        </p:nvSpPr>
        <p:spPr>
          <a:xfrm>
            <a:off x="4754880" y="384048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Decor cool"/>
          <p:cNvSpPr/>
          <p:nvPr/>
        </p:nvSpPr>
        <p:spPr>
          <a:xfrm>
            <a:off x="5074920" y="457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teal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Deco coral"/>
          <p:cNvSpPr/>
          <p:nvPr/>
        </p:nvSpPr>
        <p:spPr>
          <a:xfrm>
            <a:off x="-1005840" y="4114800"/>
            <a:ext cx="2286000" cy="2286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About Me</a:t>
            </a:r>
            <a:endParaRPr lang="en-US" sz="3400" dirty="0"/>
          </a:p>
        </p:txBody>
      </p:sp>
      <p:sp>
        <p:nvSpPr>
          <p:cNvPr id="5" name="Photo halo"/>
          <p:cNvSpPr/>
          <p:nvPr/>
        </p:nvSpPr>
        <p:spPr>
          <a:xfrm>
            <a:off x="548640" y="1508760"/>
            <a:ext cx="2834640" cy="2834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Ayush Jaisw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2834640" cy="2834640"/>
          </a:xfrm>
          <a:prstGeom prst="ellipse">
            <a:avLst/>
          </a:prstGeom>
        </p:spPr>
      </p:pic>
      <p:sp>
        <p:nvSpPr>
          <p:cNvPr id="7" name="Who card"/>
          <p:cNvSpPr/>
          <p:nvPr/>
        </p:nvSpPr>
        <p:spPr>
          <a:xfrm>
            <a:off x="4114800" y="128016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Who circle"/>
          <p:cNvSpPr/>
          <p:nvPr/>
        </p:nvSpPr>
        <p:spPr>
          <a:xfrm>
            <a:off x="4297680" y="14859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Wh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23060"/>
            <a:ext cx="274320" cy="274320"/>
          </a:xfrm>
          <a:prstGeom prst="rect">
            <a:avLst/>
          </a:prstGeom>
        </p:spPr>
      </p:pic>
      <p:sp>
        <p:nvSpPr>
          <p:cNvPr id="10" name="Who text"/>
          <p:cNvSpPr txBox="1"/>
          <p:nvPr/>
        </p:nvSpPr>
        <p:spPr>
          <a:xfrm>
            <a:off x="5074920" y="1325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Who I am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Ayush Jaiswal, Graduate Engineer Trainee, Java FS Batch</a:t>
            </a:r>
            <a:endParaRPr lang="en-US" sz="1600" dirty="0"/>
          </a:p>
        </p:txBody>
      </p:sp>
      <p:sp>
        <p:nvSpPr>
          <p:cNvPr id="11" name="Background card"/>
          <p:cNvSpPr/>
          <p:nvPr/>
        </p:nvSpPr>
        <p:spPr>
          <a:xfrm>
            <a:off x="4114800" y="237744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2" name="Background circle"/>
          <p:cNvSpPr/>
          <p:nvPr/>
        </p:nvSpPr>
        <p:spPr>
          <a:xfrm>
            <a:off x="4297680" y="25831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2" descr="Backgrou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720340"/>
            <a:ext cx="274320" cy="274320"/>
          </a:xfrm>
          <a:prstGeom prst="rect">
            <a:avLst/>
          </a:prstGeom>
        </p:spPr>
      </p:pic>
      <p:sp>
        <p:nvSpPr>
          <p:cNvPr id="14" name="Background text"/>
          <p:cNvSpPr txBox="1"/>
          <p:nvPr/>
        </p:nvSpPr>
        <p:spPr>
          <a:xfrm>
            <a:off x="5074920" y="24231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Education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B.Tech, Institute of Technical Education and Research</a:t>
            </a:r>
            <a:endParaRPr lang="en-US" sz="1600" dirty="0"/>
          </a:p>
        </p:txBody>
      </p:sp>
      <p:sp>
        <p:nvSpPr>
          <p:cNvPr id="15" name="Interests card"/>
          <p:cNvSpPr/>
          <p:nvPr/>
        </p:nvSpPr>
        <p:spPr>
          <a:xfrm>
            <a:off x="4114800" y="347472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6" name="Interests circle"/>
          <p:cNvSpPr/>
          <p:nvPr/>
        </p:nvSpPr>
        <p:spPr>
          <a:xfrm>
            <a:off x="4297680" y="36804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Interes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817620"/>
            <a:ext cx="274320" cy="274320"/>
          </a:xfrm>
          <a:prstGeom prst="rect">
            <a:avLst/>
          </a:prstGeom>
        </p:spPr>
      </p:pic>
      <p:sp>
        <p:nvSpPr>
          <p:cNvPr id="18" name="Interests text"/>
          <p:cNvSpPr txBox="1"/>
          <p:nvPr/>
        </p:nvSpPr>
        <p:spPr>
          <a:xfrm>
            <a:off x="5074920" y="35204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Interests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Exploring hidden mysteries of the sea and space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teal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Deco coral"/>
          <p:cNvSpPr/>
          <p:nvPr/>
        </p:nvSpPr>
        <p:spPr>
          <a:xfrm>
            <a:off x="-1005840" y="4114800"/>
            <a:ext cx="2286000" cy="2286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Joining LTM</a:t>
            </a:r>
            <a:endParaRPr lang="en-US" sz="3400" dirty="0"/>
          </a:p>
        </p:txBody>
      </p:sp>
      <p:sp>
        <p:nvSpPr>
          <p:cNvPr id="5" name="Date card"/>
          <p:cNvSpPr/>
          <p:nvPr/>
        </p:nvSpPr>
        <p:spPr>
          <a:xfrm>
            <a:off x="457200" y="1280160"/>
            <a:ext cx="53035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6" name="Date circle"/>
          <p:cNvSpPr/>
          <p:nvPr/>
        </p:nvSpPr>
        <p:spPr>
          <a:xfrm>
            <a:off x="640080" y="14859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D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23060"/>
            <a:ext cx="274320" cy="274320"/>
          </a:xfrm>
          <a:prstGeom prst="rect">
            <a:avLst/>
          </a:prstGeom>
        </p:spPr>
      </p:pic>
      <p:sp>
        <p:nvSpPr>
          <p:cNvPr id="8" name="Date text"/>
          <p:cNvSpPr txBox="1"/>
          <p:nvPr/>
        </p:nvSpPr>
        <p:spPr>
          <a:xfrm>
            <a:off x="1417320" y="1325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Joining date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29 July 2026</a:t>
            </a:r>
            <a:endParaRPr lang="en-US" sz="1600" dirty="0"/>
          </a:p>
        </p:txBody>
      </p:sp>
      <p:sp>
        <p:nvSpPr>
          <p:cNvPr id="9" name="Location card"/>
          <p:cNvSpPr/>
          <p:nvPr/>
        </p:nvSpPr>
        <p:spPr>
          <a:xfrm>
            <a:off x="457200" y="2377440"/>
            <a:ext cx="530352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0" name="Location circle"/>
          <p:cNvSpPr/>
          <p:nvPr/>
        </p:nvSpPr>
        <p:spPr>
          <a:xfrm>
            <a:off x="640080" y="25831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Lo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20340"/>
            <a:ext cx="274320" cy="274320"/>
          </a:xfrm>
          <a:prstGeom prst="rect">
            <a:avLst/>
          </a:prstGeom>
        </p:spPr>
      </p:pic>
      <p:sp>
        <p:nvSpPr>
          <p:cNvPr id="12" name="Location text"/>
          <p:cNvSpPr txBox="1"/>
          <p:nvPr/>
        </p:nvSpPr>
        <p:spPr>
          <a:xfrm>
            <a:off x="1417320" y="24231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Location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Kalinga Campus, Bhubaneswar</a:t>
            </a:r>
            <a:endParaRPr lang="en-US" sz="1600" dirty="0"/>
          </a:p>
        </p:txBody>
      </p:sp>
      <p:sp>
        <p:nvSpPr>
          <p:cNvPr id="13" name="Impression card"/>
          <p:cNvSpPr/>
          <p:nvPr/>
        </p:nvSpPr>
        <p:spPr>
          <a:xfrm>
            <a:off x="457200" y="3474720"/>
            <a:ext cx="53035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4" name="Impression circle"/>
          <p:cNvSpPr/>
          <p:nvPr/>
        </p:nvSpPr>
        <p:spPr>
          <a:xfrm>
            <a:off x="640080" y="36804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Impress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17620"/>
            <a:ext cx="274320" cy="274320"/>
          </a:xfrm>
          <a:prstGeom prst="rect">
            <a:avLst/>
          </a:prstGeom>
        </p:spPr>
      </p:pic>
      <p:sp>
        <p:nvSpPr>
          <p:cNvPr id="16" name="Impression text"/>
          <p:cNvSpPr txBox="1"/>
          <p:nvPr/>
        </p:nvSpPr>
        <p:spPr>
          <a:xfrm>
            <a:off x="1417320" y="35204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First impression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Peaceful greenery, away from the city's noise</a:t>
            </a:r>
            <a:endParaRPr lang="en-US" sz="1600" dirty="0"/>
          </a:p>
        </p:txBody>
      </p:sp>
      <p:sp>
        <p:nvSpPr>
          <p:cNvPr id="17" name="Photo offset block"/>
          <p:cNvSpPr/>
          <p:nvPr/>
        </p:nvSpPr>
        <p:spPr>
          <a:xfrm>
            <a:off x="6080760" y="1371600"/>
            <a:ext cx="2468880" cy="329184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18" name="Image 3" descr="Green walkway on the LTM camp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34440"/>
            <a:ext cx="2468880" cy="3291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teal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Deco coral"/>
          <p:cNvSpPr/>
          <p:nvPr/>
        </p:nvSpPr>
        <p:spPr>
          <a:xfrm>
            <a:off x="-1005840" y="4114800"/>
            <a:ext cx="2286000" cy="2286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Training Roadmap</a:t>
            </a:r>
            <a:endParaRPr lang="en-US" sz="3400" dirty="0"/>
          </a:p>
        </p:txBody>
      </p:sp>
      <p:sp>
        <p:nvSpPr>
          <p:cNvPr id="5" name="Timeline connector"/>
          <p:cNvSpPr/>
          <p:nvPr/>
        </p:nvSpPr>
        <p:spPr>
          <a:xfrm>
            <a:off x="960120" y="1737360"/>
            <a:ext cx="4800600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6" name="Phase 1 card"/>
          <p:cNvSpPr/>
          <p:nvPr/>
        </p:nvSpPr>
        <p:spPr>
          <a:xfrm>
            <a:off x="457200" y="1737360"/>
            <a:ext cx="1417320" cy="228600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7" name="Phase 1 marker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hase 1 number"/>
          <p:cNvSpPr txBox="1"/>
          <p:nvPr/>
        </p:nvSpPr>
        <p:spPr>
          <a:xfrm>
            <a:off x="6400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Phase 1 label"/>
          <p:cNvSpPr txBox="1"/>
          <p:nvPr/>
        </p:nvSpPr>
        <p:spPr>
          <a:xfrm>
            <a:off x="64008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MONTH 1</a:t>
            </a:r>
            <a:endParaRPr lang="en-US" sz="1400" dirty="0"/>
          </a:p>
        </p:txBody>
      </p:sp>
      <p:sp>
        <p:nvSpPr>
          <p:cNvPr id="10" name="Phase 1 name"/>
          <p:cNvSpPr txBox="1"/>
          <p:nvPr/>
        </p:nvSpPr>
        <p:spPr>
          <a:xfrm>
            <a:off x="640080" y="2514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Core Java</a:t>
            </a:r>
            <a:endParaRPr lang="en-US" sz="1800" dirty="0"/>
          </a:p>
        </p:txBody>
      </p:sp>
      <p:sp>
        <p:nvSpPr>
          <p:cNvPr id="11" name="Phase 1 detail"/>
          <p:cNvSpPr txBox="1"/>
          <p:nvPr/>
        </p:nvSpPr>
        <p:spPr>
          <a:xfrm>
            <a:off x="640080" y="30175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strong foundation in Java</a:t>
            </a:r>
            <a:endParaRPr lang="en-US" sz="1400" dirty="0"/>
          </a:p>
        </p:txBody>
      </p:sp>
      <p:sp>
        <p:nvSpPr>
          <p:cNvPr id="12" name="Phase 2 card"/>
          <p:cNvSpPr/>
          <p:nvPr/>
        </p:nvSpPr>
        <p:spPr>
          <a:xfrm>
            <a:off x="2057400" y="1737360"/>
            <a:ext cx="1417320" cy="228600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3" name="Phase 2 marker"/>
          <p:cNvSpPr/>
          <p:nvPr/>
        </p:nvSpPr>
        <p:spPr>
          <a:xfrm>
            <a:off x="2240280" y="14173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Phase 2 number"/>
          <p:cNvSpPr txBox="1"/>
          <p:nvPr/>
        </p:nvSpPr>
        <p:spPr>
          <a:xfrm>
            <a:off x="22402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Phase 2 label"/>
          <p:cNvSpPr txBox="1"/>
          <p:nvPr/>
        </p:nvSpPr>
        <p:spPr>
          <a:xfrm>
            <a:off x="224028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MONTH 2</a:t>
            </a:r>
            <a:endParaRPr lang="en-US" sz="1400" dirty="0"/>
          </a:p>
        </p:txBody>
      </p:sp>
      <p:sp>
        <p:nvSpPr>
          <p:cNvPr id="16" name="Phase 2 name"/>
          <p:cNvSpPr txBox="1"/>
          <p:nvPr/>
        </p:nvSpPr>
        <p:spPr>
          <a:xfrm>
            <a:off x="2240280" y="2514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Spring Boot</a:t>
            </a:r>
            <a:endParaRPr lang="en-US" sz="1800" dirty="0"/>
          </a:p>
        </p:txBody>
      </p:sp>
      <p:sp>
        <p:nvSpPr>
          <p:cNvPr id="17" name="Phase 2 detail"/>
          <p:cNvSpPr txBox="1"/>
          <p:nvPr/>
        </p:nvSpPr>
        <p:spPr>
          <a:xfrm>
            <a:off x="2240280" y="30175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Backend development</a:t>
            </a:r>
            <a:endParaRPr lang="en-US" sz="1400" dirty="0"/>
          </a:p>
        </p:txBody>
      </p:sp>
      <p:sp>
        <p:nvSpPr>
          <p:cNvPr id="18" name="Phase 3 card"/>
          <p:cNvSpPr/>
          <p:nvPr/>
        </p:nvSpPr>
        <p:spPr>
          <a:xfrm>
            <a:off x="3657600" y="1737360"/>
            <a:ext cx="1417320" cy="228600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9" name="Phase 3 marker"/>
          <p:cNvSpPr/>
          <p:nvPr/>
        </p:nvSpPr>
        <p:spPr>
          <a:xfrm>
            <a:off x="384048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Phase 3 number"/>
          <p:cNvSpPr txBox="1"/>
          <p:nvPr/>
        </p:nvSpPr>
        <p:spPr>
          <a:xfrm>
            <a:off x="38404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Phase 3 label"/>
          <p:cNvSpPr txBox="1"/>
          <p:nvPr/>
        </p:nvSpPr>
        <p:spPr>
          <a:xfrm>
            <a:off x="384048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MONTH 3</a:t>
            </a:r>
            <a:endParaRPr lang="en-US" sz="1400" dirty="0"/>
          </a:p>
        </p:txBody>
      </p:sp>
      <p:sp>
        <p:nvSpPr>
          <p:cNvPr id="22" name="Phase 3 name"/>
          <p:cNvSpPr txBox="1"/>
          <p:nvPr/>
        </p:nvSpPr>
        <p:spPr>
          <a:xfrm>
            <a:off x="3840480" y="2514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Angular</a:t>
            </a:r>
            <a:endParaRPr lang="en-US" sz="1800" dirty="0"/>
          </a:p>
        </p:txBody>
      </p:sp>
      <p:sp>
        <p:nvSpPr>
          <p:cNvPr id="23" name="Phase 3 detail"/>
          <p:cNvSpPr txBox="1"/>
          <p:nvPr/>
        </p:nvSpPr>
        <p:spPr>
          <a:xfrm>
            <a:off x="3840480" y="30175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Frontend development</a:t>
            </a:r>
            <a:endParaRPr lang="en-US" sz="1400" dirty="0"/>
          </a:p>
        </p:txBody>
      </p:sp>
      <p:sp>
        <p:nvSpPr>
          <p:cNvPr id="24" name="Phase 4 card"/>
          <p:cNvSpPr/>
          <p:nvPr/>
        </p:nvSpPr>
        <p:spPr>
          <a:xfrm>
            <a:off x="5257800" y="1737360"/>
            <a:ext cx="3429000" cy="2286000"/>
          </a:xfrm>
          <a:prstGeom prst="roundRect">
            <a:avLst>
              <a:gd name="adj" fmla="val 4800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5" name="Phase 4 marker"/>
          <p:cNvSpPr/>
          <p:nvPr/>
        </p:nvSpPr>
        <p:spPr>
          <a:xfrm>
            <a:off x="5440680" y="14173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Phase 4 number"/>
          <p:cNvSpPr txBox="1"/>
          <p:nvPr/>
        </p:nvSpPr>
        <p:spPr>
          <a:xfrm>
            <a:off x="54406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7" name="Phase 4 label"/>
          <p:cNvSpPr txBox="1"/>
          <p:nvPr/>
        </p:nvSpPr>
        <p:spPr>
          <a:xfrm>
            <a:off x="544068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FINAL 10 DAYS</a:t>
            </a:r>
            <a:endParaRPr lang="en-US" sz="1400" dirty="0"/>
          </a:p>
        </p:txBody>
      </p:sp>
      <p:sp>
        <p:nvSpPr>
          <p:cNvPr id="28" name="Phase 4 name"/>
          <p:cNvSpPr txBox="1"/>
          <p:nvPr/>
        </p:nvSpPr>
        <p:spPr>
          <a:xfrm>
            <a:off x="5440680" y="2514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Communication</a:t>
            </a:r>
            <a:endParaRPr lang="en-US" sz="1800" dirty="0"/>
          </a:p>
        </p:txBody>
      </p:sp>
      <p:sp>
        <p:nvSpPr>
          <p:cNvPr id="29" name="Phase 4 detail"/>
          <p:cNvSpPr txBox="1"/>
          <p:nvPr/>
        </p:nvSpPr>
        <p:spPr>
          <a:xfrm>
            <a:off x="5440680" y="30175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Training ends 28 Oct 2026</a:t>
            </a:r>
            <a:endParaRPr lang="en-US" sz="1400" dirty="0"/>
          </a:p>
        </p:txBody>
      </p:sp>
      <p:sp>
        <p:nvSpPr>
          <p:cNvPr id="30" name="Trainer photo ring"/>
          <p:cNvSpPr/>
          <p:nvPr/>
        </p:nvSpPr>
        <p:spPr>
          <a:xfrm>
            <a:off x="7434072" y="2103120"/>
            <a:ext cx="1316736" cy="1316736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solidFill>
              <a:schemeClr val="accent2"/>
            </a:solidFill>
            <a:prstDash val="solid"/>
          </a:ln>
        </p:spPr>
      </p:sp>
      <p:pic>
        <p:nvPicPr>
          <p:cNvPr id="31" name="Image 0" descr="My communication train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167128"/>
            <a:ext cx="1188720" cy="1188720"/>
          </a:xfrm>
          <a:prstGeom prst="ellipse">
            <a:avLst/>
          </a:prstGeom>
        </p:spPr>
      </p:pic>
      <p:sp>
        <p:nvSpPr>
          <p:cNvPr id="32" name="Trainer caption"/>
          <p:cNvSpPr txBox="1"/>
          <p:nvPr/>
        </p:nvSpPr>
        <p:spPr>
          <a:xfrm>
            <a:off x="736092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My Communication Trainer</a:t>
            </a:r>
            <a:endParaRPr lang="en-US" sz="1300" dirty="0"/>
          </a:p>
        </p:txBody>
      </p:sp>
      <p:sp>
        <p:nvSpPr>
          <p:cNvPr id="33" name="Duration note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3 months of training  |  29 July to 28 October 2026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teal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Deco coral"/>
          <p:cNvSpPr/>
          <p:nvPr/>
        </p:nvSpPr>
        <p:spPr>
          <a:xfrm>
            <a:off x="-1005840" y="4114800"/>
            <a:ext cx="2286000" cy="2286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Skills I Picked Up</a:t>
            </a:r>
            <a:endParaRPr lang="en-US" sz="3400" dirty="0"/>
          </a:p>
        </p:txBody>
      </p:sp>
      <p:sp>
        <p:nvSpPr>
          <p:cNvPr id="5" name="Technical card"/>
          <p:cNvSpPr/>
          <p:nvPr/>
        </p:nvSpPr>
        <p:spPr>
          <a:xfrm>
            <a:off x="457200" y="1280160"/>
            <a:ext cx="40233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6" name="Technical circle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0" descr="Technic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320040" cy="320040"/>
          </a:xfrm>
          <a:prstGeom prst="rect">
            <a:avLst/>
          </a:prstGeom>
        </p:spPr>
      </p:pic>
      <p:sp>
        <p:nvSpPr>
          <p:cNvPr id="8" name="Technical heading"/>
          <p:cNvSpPr txBox="1"/>
          <p:nvPr/>
        </p:nvSpPr>
        <p:spPr>
          <a:xfrm>
            <a:off x="155448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Technical</a:t>
            </a:r>
            <a:endParaRPr lang="en-US" sz="2200" dirty="0"/>
          </a:p>
        </p:txBody>
      </p:sp>
      <p:sp>
        <p:nvSpPr>
          <p:cNvPr id="9" name="Technical list"/>
          <p:cNvSpPr txBox="1"/>
          <p:nvPr/>
        </p:nvSpPr>
        <p:spPr>
          <a:xfrm>
            <a:off x="777240" y="24231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Core Java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Spring Boot (backend)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Angular (frontend)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SQL and Git</a:t>
            </a:r>
            <a:endParaRPr lang="en-US" sz="1600" dirty="0"/>
          </a:p>
        </p:txBody>
      </p:sp>
      <p:sp>
        <p:nvSpPr>
          <p:cNvPr id="10" name="Soft skills card"/>
          <p:cNvSpPr/>
          <p:nvPr/>
        </p:nvSpPr>
        <p:spPr>
          <a:xfrm>
            <a:off x="4663440" y="1280160"/>
            <a:ext cx="4023360" cy="274320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1" name="Soft skills circle"/>
          <p:cNvSpPr/>
          <p:nvPr/>
        </p:nvSpPr>
        <p:spPr>
          <a:xfrm>
            <a:off x="493776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Soft skil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714500"/>
            <a:ext cx="320040" cy="320040"/>
          </a:xfrm>
          <a:prstGeom prst="rect">
            <a:avLst/>
          </a:prstGeom>
        </p:spPr>
      </p:pic>
      <p:sp>
        <p:nvSpPr>
          <p:cNvPr id="13" name="Soft skills heading"/>
          <p:cNvSpPr txBox="1"/>
          <p:nvPr/>
        </p:nvSpPr>
        <p:spPr>
          <a:xfrm>
            <a:off x="576072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Soft skills</a:t>
            </a:r>
            <a:endParaRPr lang="en-US" sz="2200" dirty="0"/>
          </a:p>
        </p:txBody>
      </p:sp>
      <p:sp>
        <p:nvSpPr>
          <p:cNvPr id="14" name="Soft skills list"/>
          <p:cNvSpPr txBox="1"/>
          <p:nvPr/>
        </p:nvSpPr>
        <p:spPr>
          <a:xfrm>
            <a:off x="4983480" y="24231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Gained confidence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Overcame fear of public speaking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Communication training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Teamwork on a 7-member project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teal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Deco coral"/>
          <p:cNvSpPr/>
          <p:nvPr/>
        </p:nvSpPr>
        <p:spPr>
          <a:xfrm>
            <a:off x="-1005840" y="4114800"/>
            <a:ext cx="2286000" cy="2286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Final Project: BookHeaven</a:t>
            </a:r>
            <a:endParaRPr lang="en-US" sz="3400" dirty="0"/>
          </a:p>
        </p:txBody>
      </p:sp>
      <p:sp>
        <p:nvSpPr>
          <p:cNvPr id="5" name="Team size card"/>
          <p:cNvSpPr/>
          <p:nvPr/>
        </p:nvSpPr>
        <p:spPr>
          <a:xfrm>
            <a:off x="457200" y="1371600"/>
            <a:ext cx="2926080" cy="3017520"/>
          </a:xfrm>
          <a:prstGeom prst="roundRect">
            <a:avLst>
              <a:gd name="adj" fmla="val 3750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6" name="Team size number"/>
          <p:cNvSpPr txBox="1"/>
          <p:nvPr/>
        </p:nvSpPr>
        <p:spPr>
          <a:xfrm>
            <a:off x="457200" y="16002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7</a:t>
            </a:r>
            <a:endParaRPr lang="en-US" sz="9600" dirty="0"/>
          </a:p>
        </p:txBody>
      </p:sp>
      <p:sp>
        <p:nvSpPr>
          <p:cNvPr id="7" name="Team size label"/>
          <p:cNvSpPr txBox="1"/>
          <p:nvPr/>
        </p:nvSpPr>
        <p:spPr>
          <a:xfrm>
            <a:off x="45720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team members</a:t>
            </a:r>
            <a:endParaRPr lang="en-US" sz="2200" dirty="0"/>
          </a:p>
        </p:txBody>
      </p:sp>
      <p:sp>
        <p:nvSpPr>
          <p:cNvPr id="8" name="Project card"/>
          <p:cNvSpPr/>
          <p:nvPr/>
        </p:nvSpPr>
        <p:spPr>
          <a:xfrm>
            <a:off x="3657600" y="1371600"/>
            <a:ext cx="50292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9" name="Project circle"/>
          <p:cNvSpPr/>
          <p:nvPr/>
        </p:nvSpPr>
        <p:spPr>
          <a:xfrm>
            <a:off x="3840480" y="18059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Proj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943100"/>
            <a:ext cx="274320" cy="274320"/>
          </a:xfrm>
          <a:prstGeom prst="rect">
            <a:avLst/>
          </a:prstGeom>
        </p:spPr>
      </p:pic>
      <p:sp>
        <p:nvSpPr>
          <p:cNvPr id="11" name="Project text"/>
          <p:cNvSpPr txBox="1"/>
          <p:nvPr/>
        </p:nvSpPr>
        <p:spPr>
          <a:xfrm>
            <a:off x="4617720" y="141732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BookHeaven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book rental app, our final project</a:t>
            </a:r>
            <a:endParaRPr lang="en-US" sz="1600" dirty="0"/>
          </a:p>
        </p:txBody>
      </p:sp>
      <p:sp>
        <p:nvSpPr>
          <p:cNvPr id="12" name="Stack card"/>
          <p:cNvSpPr/>
          <p:nvPr/>
        </p:nvSpPr>
        <p:spPr>
          <a:xfrm>
            <a:off x="3657600" y="2971800"/>
            <a:ext cx="502920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3" name="Stack circle"/>
          <p:cNvSpPr/>
          <p:nvPr/>
        </p:nvSpPr>
        <p:spPr>
          <a:xfrm>
            <a:off x="3840480" y="34061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mage 1" descr="St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3543300"/>
            <a:ext cx="274320" cy="274320"/>
          </a:xfrm>
          <a:prstGeom prst="rect">
            <a:avLst/>
          </a:prstGeom>
        </p:spPr>
      </p:pic>
      <p:sp>
        <p:nvSpPr>
          <p:cNvPr id="15" name="Stack text"/>
          <p:cNvSpPr txBox="1"/>
          <p:nvPr/>
        </p:nvSpPr>
        <p:spPr>
          <a:xfrm>
            <a:off x="4617720" y="301752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Built with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Angular and Spring Boot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teal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Deco coral"/>
          <p:cNvSpPr/>
          <p:nvPr/>
        </p:nvSpPr>
        <p:spPr>
          <a:xfrm>
            <a:off x="-1005840" y="4114800"/>
            <a:ext cx="2286000" cy="2286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Moments and Growth</a:t>
            </a:r>
            <a:endParaRPr lang="en-US" sz="3400" dirty="0"/>
          </a:p>
        </p:txBody>
      </p:sp>
      <p:sp>
        <p:nvSpPr>
          <p:cNvPr id="5" name="Photo offset block"/>
          <p:cNvSpPr/>
          <p:nvPr/>
        </p:nvSpPr>
        <p:spPr>
          <a:xfrm>
            <a:off x="594360" y="1371600"/>
            <a:ext cx="2468880" cy="329184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6" name="Image 0" descr="LTM campus 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2468880" cy="3291840"/>
          </a:xfrm>
          <a:prstGeom prst="rect">
            <a:avLst/>
          </a:prstGeom>
        </p:spPr>
      </p:pic>
      <p:sp>
        <p:nvSpPr>
          <p:cNvPr id="7" name="Moments card"/>
          <p:cNvSpPr/>
          <p:nvPr/>
        </p:nvSpPr>
        <p:spPr>
          <a:xfrm>
            <a:off x="3566160" y="128016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Moments circle"/>
          <p:cNvSpPr/>
          <p:nvPr/>
        </p:nvSpPr>
        <p:spPr>
          <a:xfrm>
            <a:off x="3749040" y="14859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Mo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623060"/>
            <a:ext cx="274320" cy="274320"/>
          </a:xfrm>
          <a:prstGeom prst="rect">
            <a:avLst/>
          </a:prstGeom>
        </p:spPr>
      </p:pic>
      <p:sp>
        <p:nvSpPr>
          <p:cNvPr id="10" name="Moments text"/>
          <p:cNvSpPr txBox="1"/>
          <p:nvPr/>
        </p:nvSpPr>
        <p:spPr>
          <a:xfrm>
            <a:off x="4526280" y="13258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Memorable moments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Chats, laughs and little gossips with friends</a:t>
            </a:r>
            <a:endParaRPr lang="en-US" sz="1600" dirty="0"/>
          </a:p>
        </p:txBody>
      </p:sp>
      <p:sp>
        <p:nvSpPr>
          <p:cNvPr id="11" name="Growth card"/>
          <p:cNvSpPr/>
          <p:nvPr/>
        </p:nvSpPr>
        <p:spPr>
          <a:xfrm>
            <a:off x="3566160" y="237744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2" name="Growth circle"/>
          <p:cNvSpPr/>
          <p:nvPr/>
        </p:nvSpPr>
        <p:spPr>
          <a:xfrm>
            <a:off x="3749040" y="25831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2" descr="Growt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720340"/>
            <a:ext cx="274320" cy="274320"/>
          </a:xfrm>
          <a:prstGeom prst="rect">
            <a:avLst/>
          </a:prstGeom>
        </p:spPr>
      </p:pic>
      <p:sp>
        <p:nvSpPr>
          <p:cNvPr id="14" name="Growth text"/>
          <p:cNvSpPr txBox="1"/>
          <p:nvPr/>
        </p:nvSpPr>
        <p:spPr>
          <a:xfrm>
            <a:off x="4526280" y="24231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How I've grown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More confident, with no fear of public speaking</a:t>
            </a:r>
            <a:endParaRPr lang="en-US" sz="1600" dirty="0"/>
          </a:p>
        </p:txBody>
      </p:sp>
      <p:sp>
        <p:nvSpPr>
          <p:cNvPr id="15" name="Next card"/>
          <p:cNvSpPr/>
          <p:nvPr/>
        </p:nvSpPr>
        <p:spPr>
          <a:xfrm>
            <a:off x="3566160" y="347472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6" name="Next circle"/>
          <p:cNvSpPr/>
          <p:nvPr/>
        </p:nvSpPr>
        <p:spPr>
          <a:xfrm>
            <a:off x="3749040" y="36804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Ne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3817620"/>
            <a:ext cx="274320" cy="274320"/>
          </a:xfrm>
          <a:prstGeom prst="rect">
            <a:avLst/>
          </a:prstGeom>
        </p:spPr>
      </p:pic>
      <p:sp>
        <p:nvSpPr>
          <p:cNvPr id="18" name="Next text"/>
          <p:cNvSpPr txBox="1"/>
          <p:nvPr/>
        </p:nvSpPr>
        <p:spPr>
          <a:xfrm>
            <a:off x="4526280" y="35204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What's next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Using my skills on real projects at LTM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0632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To my trainers, Sainath Sir and Ayush Sir, and to my friends who made this journey a beautiful one.</a:t>
            </a:r>
            <a:endParaRPr lang="en-US" sz="1800" dirty="0"/>
          </a:p>
        </p:txBody>
      </p:sp>
      <p:sp>
        <p:nvSpPr>
          <p:cNvPr id="4" name="Questions"/>
          <p:cNvSpPr txBox="1"/>
          <p:nvPr/>
        </p:nvSpPr>
        <p:spPr>
          <a:xfrm>
            <a:off x="548640" y="4114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5" name="Decor teal"/>
          <p:cNvSpPr/>
          <p:nvPr/>
        </p:nvSpPr>
        <p:spPr>
          <a:xfrm>
            <a:off x="7955280" y="320040"/>
            <a:ext cx="1554480" cy="1554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Decor coral"/>
          <p:cNvSpPr/>
          <p:nvPr/>
        </p:nvSpPr>
        <p:spPr>
          <a:xfrm>
            <a:off x="4434840" y="3931920"/>
            <a:ext cx="685800" cy="685800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7" name="Photo offset block"/>
          <p:cNvSpPr/>
          <p:nvPr/>
        </p:nvSpPr>
        <p:spPr>
          <a:xfrm>
            <a:off x="4937760" y="1097280"/>
            <a:ext cx="3931920" cy="301752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8" name="Image 0" descr="Group photo with my batchmates at LT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960120"/>
            <a:ext cx="3931920" cy="2948940"/>
          </a:xfrm>
          <a:prstGeom prst="rect">
            <a:avLst/>
          </a:prstGeom>
        </p:spPr>
      </p:pic>
      <p:sp>
        <p:nvSpPr>
          <p:cNvPr id="9" name="Photo caption"/>
          <p:cNvSpPr txBox="1"/>
          <p:nvPr/>
        </p:nvSpPr>
        <p:spPr>
          <a:xfrm>
            <a:off x="4800600" y="4343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The friends who made this journey beautiful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TM Journey">
  <a:themeElements>
    <a:clrScheme name="LTM Journey">
      <a:dk1>
        <a:srgbClr val="0A1628"/>
      </a:dk1>
      <a:lt1>
        <a:srgbClr val="FFFFFF"/>
      </a:lt1>
      <a:dk2>
        <a:srgbClr val="9CCBDD"/>
      </a:dk2>
      <a:lt2>
        <a:srgbClr val="12294A"/>
      </a:lt2>
      <a:accent1>
        <a:srgbClr val="FF6B4A"/>
      </a:accent1>
      <a:accent2>
        <a:srgbClr val="F4A261"/>
      </a:accent2>
      <a:accent3>
        <a:srgbClr val="2487A6"/>
      </a:accent3>
      <a:accent4>
        <a:srgbClr val="9CCBDD"/>
      </a:accent4>
      <a:accent5>
        <a:srgbClr val="1A3A6B"/>
      </a:accent5>
      <a:accent6>
        <a:srgbClr val="3D2530"/>
      </a:accent6>
      <a:hlink>
        <a:srgbClr val="1C7293"/>
      </a:hlink>
      <a:folHlink>
        <a:srgbClr val="175E7A"/>
      </a:folHlink>
    </a:clrScheme>
    <a:fontScheme name="LTM Journe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