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8" r:id="rId2"/>
    <p:sldId id="259" r:id="rId3"/>
    <p:sldId id="260" r:id="rId4"/>
    <p:sldId id="261" r:id="rId5"/>
    <p:sldId id="263" r:id="rId6"/>
    <p:sldId id="268" r:id="rId7"/>
    <p:sldId id="266" r:id="rId8"/>
    <p:sldId id="267" r:id="rId9"/>
    <p:sldId id="286" r:id="rId10"/>
    <p:sldId id="287" r:id="rId11"/>
    <p:sldId id="262" r:id="rId12"/>
    <p:sldId id="270" r:id="rId13"/>
    <p:sldId id="269" r:id="rId14"/>
    <p:sldId id="272" r:id="rId15"/>
    <p:sldId id="271" r:id="rId16"/>
    <p:sldId id="273" r:id="rId17"/>
    <p:sldId id="274" r:id="rId18"/>
    <p:sldId id="275" r:id="rId19"/>
    <p:sldId id="280" r:id="rId20"/>
    <p:sldId id="288" r:id="rId21"/>
    <p:sldId id="276" r:id="rId22"/>
    <p:sldId id="277" r:id="rId23"/>
    <p:sldId id="284" r:id="rId24"/>
    <p:sldId id="278" r:id="rId25"/>
    <p:sldId id="279" r:id="rId26"/>
    <p:sldId id="285" r:id="rId27"/>
    <p:sldId id="264" r:id="rId28"/>
    <p:sldId id="265" r:id="rId29"/>
    <p:sldId id="281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" id="{77262A75-56B8-4B91-AEB3-1BBD214A38AC}">
          <p14:sldIdLst>
            <p14:sldId id="258"/>
            <p14:sldId id="259"/>
            <p14:sldId id="260"/>
            <p14:sldId id="261"/>
            <p14:sldId id="263"/>
            <p14:sldId id="268"/>
          </p14:sldIdLst>
        </p14:section>
        <p14:section name="Separators" id="{86599574-9BF1-4E76-BAB1-B517C282DB27}">
          <p14:sldIdLst>
            <p14:sldId id="266"/>
            <p14:sldId id="267"/>
            <p14:sldId id="286"/>
            <p14:sldId id="287"/>
          </p14:sldIdLst>
        </p14:section>
        <p14:section name="Color + Font" id="{FBC5F1AB-C06B-403C-9E45-1196B71CBCEB}">
          <p14:sldIdLst>
            <p14:sldId id="262"/>
            <p14:sldId id="270"/>
          </p14:sldIdLst>
        </p14:section>
        <p14:section name="Content Slide" id="{992DA2C2-5DCB-4864-A2CB-643BA19EE4E4}">
          <p14:sldIdLst>
            <p14:sldId id="269"/>
            <p14:sldId id="272"/>
            <p14:sldId id="271"/>
            <p14:sldId id="273"/>
            <p14:sldId id="274"/>
            <p14:sldId id="275"/>
            <p14:sldId id="280"/>
            <p14:sldId id="288"/>
            <p14:sldId id="276"/>
            <p14:sldId id="277"/>
            <p14:sldId id="284"/>
            <p14:sldId id="278"/>
            <p14:sldId id="279"/>
            <p14:sldId id="285"/>
          </p14:sldIdLst>
        </p14:section>
        <p14:section name="Thank You Slide" id="{606E5760-8BB3-4836-8293-74B4D02EC1B4}">
          <p14:sldIdLst>
            <p14:sldId id="264"/>
            <p14:sldId id="265"/>
            <p14:sldId id="281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  <a:srgbClr val="FF5E4F"/>
    <a:srgbClr val="ECECEC"/>
    <a:srgbClr val="F15F53"/>
    <a:srgbClr val="D45240"/>
    <a:srgbClr val="004B88"/>
    <a:srgbClr val="F1A299"/>
    <a:srgbClr val="A32718"/>
    <a:srgbClr val="8C1B12"/>
    <a:srgbClr val="FF61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69378-48E6-4046-AB05-DEAB70110EFD}" v="33" dt="2026-02-18T07:25:57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>
      <p:cViewPr varScale="1">
        <p:scale>
          <a:sx n="58" d="100"/>
          <a:sy n="58" d="100"/>
        </p:scale>
        <p:origin x="89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ustubh Sunil Mandaokar" userId="54103ce9-6e86-425e-abac-54247b22e519" providerId="ADAL" clId="{F372FEBF-1E3D-4681-B821-A6608448B1E7}"/>
    <pc:docChg chg="undo custSel modMainMaster">
      <pc:chgData name="Kaustubh Sunil Mandaokar" userId="54103ce9-6e86-425e-abac-54247b22e519" providerId="ADAL" clId="{F372FEBF-1E3D-4681-B821-A6608448B1E7}" dt="2026-02-05T11:05:39.782" v="4" actId="735"/>
      <pc:docMkLst>
        <pc:docMk/>
      </pc:docMkLst>
      <pc:sldMasterChg chg="modSp modSldLayout">
        <pc:chgData name="Kaustubh Sunil Mandaokar" userId="54103ce9-6e86-425e-abac-54247b22e519" providerId="ADAL" clId="{F372FEBF-1E3D-4681-B821-A6608448B1E7}" dt="2026-02-05T11:05:39.782" v="4" actId="735"/>
        <pc:sldMasterMkLst>
          <pc:docMk/>
          <pc:sldMasterMk cId="1865073278" sldId="2147483648"/>
        </pc:sldMasterMkLst>
        <pc:sldLayoutChg chg="modSp mod">
          <pc:chgData name="Kaustubh Sunil Mandaokar" userId="54103ce9-6e86-425e-abac-54247b22e519" providerId="ADAL" clId="{F372FEBF-1E3D-4681-B821-A6608448B1E7}" dt="2026-02-05T11:01:42.410" v="2" actId="1076"/>
          <pc:sldLayoutMkLst>
            <pc:docMk/>
            <pc:sldMasterMk cId="1865073278" sldId="2147483648"/>
            <pc:sldLayoutMk cId="328250355" sldId="2147483649"/>
          </pc:sldLayoutMkLst>
          <pc:grpChg chg="mod">
            <ac:chgData name="Kaustubh Sunil Mandaokar" userId="54103ce9-6e86-425e-abac-54247b22e519" providerId="ADAL" clId="{F372FEBF-1E3D-4681-B821-A6608448B1E7}" dt="2026-02-05T11:01:42.410" v="2" actId="1076"/>
            <ac:grpSpMkLst>
              <pc:docMk/>
              <pc:sldMasterMk cId="1865073278" sldId="2147483648"/>
              <pc:sldLayoutMk cId="328250355" sldId="2147483649"/>
              <ac:grpSpMk id="23" creationId="{981B15C2-7736-4204-33A3-0B93315C694B}"/>
            </ac:grpSpMkLst>
          </pc:grpChg>
        </pc:sldLayoutChg>
        <pc:sldLayoutChg chg="modSp">
          <pc:chgData name="Kaustubh Sunil Mandaokar" userId="54103ce9-6e86-425e-abac-54247b22e519" providerId="ADAL" clId="{F372FEBF-1E3D-4681-B821-A6608448B1E7}" dt="2026-02-05T11:05:36.762" v="3" actId="735"/>
          <pc:sldLayoutMkLst>
            <pc:docMk/>
            <pc:sldMasterMk cId="1865073278" sldId="2147483648"/>
            <pc:sldLayoutMk cId="4293316990" sldId="2147483656"/>
          </pc:sldLayoutMkLst>
        </pc:sldLayoutChg>
      </pc:sldMasterChg>
    </pc:docChg>
  </pc:docChgLst>
  <pc:docChgLst>
    <pc:chgData name="Archana Uday Dange" userId="a2b7b50a-7297-4a82-960b-35987071303d" providerId="ADAL" clId="{E0A95A1D-C48E-4029-8FDE-447EE598611E}"/>
    <pc:docChg chg="undo redo custSel addSld delSld modSld sldOrd modMainMaster addSection modSection">
      <pc:chgData name="Archana Uday Dange" userId="a2b7b50a-7297-4a82-960b-35987071303d" providerId="ADAL" clId="{E0A95A1D-C48E-4029-8FDE-447EE598611E}" dt="2026-02-18T07:25:57.425" v="3257" actId="21"/>
      <pc:docMkLst>
        <pc:docMk/>
      </pc:docMkLst>
      <pc:sldChg chg="addSp delSp modSp add mod chgLayout">
        <pc:chgData name="Archana Uday Dange" userId="a2b7b50a-7297-4a82-960b-35987071303d" providerId="ADAL" clId="{E0A95A1D-C48E-4029-8FDE-447EE598611E}" dt="2026-02-17T09:19:29.184" v="3182" actId="6264"/>
        <pc:sldMkLst>
          <pc:docMk/>
          <pc:sldMk cId="2360928219" sldId="258"/>
        </pc:sldMkLst>
        <pc:spChg chg="add del mod">
          <ac:chgData name="Archana Uday Dange" userId="a2b7b50a-7297-4a82-960b-35987071303d" providerId="ADAL" clId="{E0A95A1D-C48E-4029-8FDE-447EE598611E}" dt="2026-02-17T09:19:29.184" v="3182" actId="6264"/>
          <ac:spMkLst>
            <pc:docMk/>
            <pc:sldMk cId="2360928219" sldId="258"/>
            <ac:spMk id="2" creationId="{D983C946-AC65-309F-CCA2-ECC95CA69B85}"/>
          </ac:spMkLst>
        </pc:spChg>
        <pc:spChg chg="add del mod">
          <ac:chgData name="Archana Uday Dange" userId="a2b7b50a-7297-4a82-960b-35987071303d" providerId="ADAL" clId="{E0A95A1D-C48E-4029-8FDE-447EE598611E}" dt="2026-02-17T09:19:29.184" v="3182" actId="6264"/>
          <ac:spMkLst>
            <pc:docMk/>
            <pc:sldMk cId="2360928219" sldId="258"/>
            <ac:spMk id="3" creationId="{A5054621-A43E-1A27-16B2-1DC3D4EFD1E5}"/>
          </ac:spMkLst>
        </pc:spChg>
        <pc:spChg chg="add del mod">
          <ac:chgData name="Archana Uday Dange" userId="a2b7b50a-7297-4a82-960b-35987071303d" providerId="ADAL" clId="{E0A95A1D-C48E-4029-8FDE-447EE598611E}" dt="2026-02-17T09:19:29.184" v="3182" actId="6264"/>
          <ac:spMkLst>
            <pc:docMk/>
            <pc:sldMk cId="2360928219" sldId="258"/>
            <ac:spMk id="4" creationId="{3CA49CA8-A3AE-3083-67C8-15F155A04FAC}"/>
          </ac:spMkLst>
        </pc:spChg>
        <pc:spChg chg="mod ord">
          <ac:chgData name="Archana Uday Dange" userId="a2b7b50a-7297-4a82-960b-35987071303d" providerId="ADAL" clId="{E0A95A1D-C48E-4029-8FDE-447EE598611E}" dt="2026-02-17T09:19:29.184" v="3182" actId="6264"/>
          <ac:spMkLst>
            <pc:docMk/>
            <pc:sldMk cId="2360928219" sldId="258"/>
            <ac:spMk id="16" creationId="{C68C1C86-281E-0CF9-D91E-42D2DFEFC536}"/>
          </ac:spMkLst>
        </pc:spChg>
        <pc:spChg chg="mod ord">
          <ac:chgData name="Archana Uday Dange" userId="a2b7b50a-7297-4a82-960b-35987071303d" providerId="ADAL" clId="{E0A95A1D-C48E-4029-8FDE-447EE598611E}" dt="2026-02-17T09:19:29.184" v="3182" actId="6264"/>
          <ac:spMkLst>
            <pc:docMk/>
            <pc:sldMk cId="2360928219" sldId="258"/>
            <ac:spMk id="17" creationId="{4565027E-35C0-54AF-A1FE-54E8A715897D}"/>
          </ac:spMkLst>
        </pc:spChg>
        <pc:spChg chg="mod ord">
          <ac:chgData name="Archana Uday Dange" userId="a2b7b50a-7297-4a82-960b-35987071303d" providerId="ADAL" clId="{E0A95A1D-C48E-4029-8FDE-447EE598611E}" dt="2026-02-17T09:19:29.184" v="3182" actId="6264"/>
          <ac:spMkLst>
            <pc:docMk/>
            <pc:sldMk cId="2360928219" sldId="258"/>
            <ac:spMk id="18" creationId="{BF0B3312-C7FB-1624-45D5-30D170679174}"/>
          </ac:spMkLst>
        </pc:spChg>
      </pc:sldChg>
      <pc:sldChg chg="addSp modSp add mod modClrScheme chgLayout">
        <pc:chgData name="Archana Uday Dange" userId="a2b7b50a-7297-4a82-960b-35987071303d" providerId="ADAL" clId="{E0A95A1D-C48E-4029-8FDE-447EE598611E}" dt="2026-02-05T10:02:59.617" v="713"/>
        <pc:sldMkLst>
          <pc:docMk/>
          <pc:sldMk cId="387103007" sldId="259"/>
        </pc:sldMkLst>
        <pc:spChg chg="mod ord">
          <ac:chgData name="Archana Uday Dange" userId="a2b7b50a-7297-4a82-960b-35987071303d" providerId="ADAL" clId="{E0A95A1D-C48E-4029-8FDE-447EE598611E}" dt="2026-02-05T09:29:58.350" v="540" actId="700"/>
          <ac:spMkLst>
            <pc:docMk/>
            <pc:sldMk cId="387103007" sldId="259"/>
            <ac:spMk id="16" creationId="{0E45C331-7743-2300-DA63-7E2E46AE5843}"/>
          </ac:spMkLst>
        </pc:spChg>
        <pc:spChg chg="mod ord">
          <ac:chgData name="Archana Uday Dange" userId="a2b7b50a-7297-4a82-960b-35987071303d" providerId="ADAL" clId="{E0A95A1D-C48E-4029-8FDE-447EE598611E}" dt="2026-02-05T09:29:58.350" v="540" actId="700"/>
          <ac:spMkLst>
            <pc:docMk/>
            <pc:sldMk cId="387103007" sldId="259"/>
            <ac:spMk id="17" creationId="{E13BC720-40E4-C4E1-6B67-4EA8B1A2F16A}"/>
          </ac:spMkLst>
        </pc:spChg>
        <pc:spChg chg="mod ord">
          <ac:chgData name="Archana Uday Dange" userId="a2b7b50a-7297-4a82-960b-35987071303d" providerId="ADAL" clId="{E0A95A1D-C48E-4029-8FDE-447EE598611E}" dt="2026-02-05T09:29:58.350" v="540" actId="700"/>
          <ac:spMkLst>
            <pc:docMk/>
            <pc:sldMk cId="387103007" sldId="259"/>
            <ac:spMk id="18" creationId="{58A327D9-1876-17B8-D4EF-3F8976403C0D}"/>
          </ac:spMkLst>
        </pc:spChg>
        <pc:picChg chg="add mod">
          <ac:chgData name="Archana Uday Dange" userId="a2b7b50a-7297-4a82-960b-35987071303d" providerId="ADAL" clId="{E0A95A1D-C48E-4029-8FDE-447EE598611E}" dt="2026-02-05T10:02:59.617" v="713"/>
          <ac:picMkLst>
            <pc:docMk/>
            <pc:sldMk cId="387103007" sldId="259"/>
            <ac:picMk id="2" creationId="{E3E9955A-3D70-4EB3-BB16-DD629376867A}"/>
          </ac:picMkLst>
        </pc:picChg>
      </pc:sldChg>
      <pc:sldChg chg="addSp delSp modSp add mod modClrScheme chgLayout">
        <pc:chgData name="Archana Uday Dange" userId="a2b7b50a-7297-4a82-960b-35987071303d" providerId="ADAL" clId="{E0A95A1D-C48E-4029-8FDE-447EE598611E}" dt="2026-02-17T09:19:48.118" v="3184" actId="207"/>
        <pc:sldMkLst>
          <pc:docMk/>
          <pc:sldMk cId="3735550541" sldId="260"/>
        </pc:sldMkLst>
        <pc:spChg chg="mod ord">
          <ac:chgData name="Archana Uday Dange" userId="a2b7b50a-7297-4a82-960b-35987071303d" providerId="ADAL" clId="{E0A95A1D-C48E-4029-8FDE-447EE598611E}" dt="2026-02-05T09:52:27.820" v="659" actId="700"/>
          <ac:spMkLst>
            <pc:docMk/>
            <pc:sldMk cId="3735550541" sldId="260"/>
            <ac:spMk id="16" creationId="{7B1E0463-EF45-4370-559A-53C44F23954F}"/>
          </ac:spMkLst>
        </pc:spChg>
        <pc:spChg chg="mod ord">
          <ac:chgData name="Archana Uday Dange" userId="a2b7b50a-7297-4a82-960b-35987071303d" providerId="ADAL" clId="{E0A95A1D-C48E-4029-8FDE-447EE598611E}" dt="2026-02-05T09:52:27.820" v="659" actId="700"/>
          <ac:spMkLst>
            <pc:docMk/>
            <pc:sldMk cId="3735550541" sldId="260"/>
            <ac:spMk id="17" creationId="{A8B76050-42B7-150C-2894-4471DE28A8FA}"/>
          </ac:spMkLst>
        </pc:spChg>
        <pc:spChg chg="mod ord">
          <ac:chgData name="Archana Uday Dange" userId="a2b7b50a-7297-4a82-960b-35987071303d" providerId="ADAL" clId="{E0A95A1D-C48E-4029-8FDE-447EE598611E}" dt="2026-02-05T09:52:27.820" v="659" actId="700"/>
          <ac:spMkLst>
            <pc:docMk/>
            <pc:sldMk cId="3735550541" sldId="260"/>
            <ac:spMk id="18" creationId="{D53FBFE0-1AF0-F8E3-0E7E-9F8F75648895}"/>
          </ac:spMkLst>
        </pc:spChg>
        <pc:picChg chg="add mod">
          <ac:chgData name="Archana Uday Dange" userId="a2b7b50a-7297-4a82-960b-35987071303d" providerId="ADAL" clId="{E0A95A1D-C48E-4029-8FDE-447EE598611E}" dt="2026-02-17T09:19:48.118" v="3184" actId="207"/>
          <ac:picMkLst>
            <pc:docMk/>
            <pc:sldMk cId="3735550541" sldId="260"/>
            <ac:picMk id="19" creationId="{01E40EDB-BE49-79A8-F52C-4DA5ECCD205C}"/>
          </ac:picMkLst>
        </pc:picChg>
      </pc:sldChg>
      <pc:sldChg chg="addSp delSp modSp add mod modClrScheme chgLayout">
        <pc:chgData name="Archana Uday Dange" userId="a2b7b50a-7297-4a82-960b-35987071303d" providerId="ADAL" clId="{E0A95A1D-C48E-4029-8FDE-447EE598611E}" dt="2026-02-17T09:20:10.238" v="3187" actId="207"/>
        <pc:sldMkLst>
          <pc:docMk/>
          <pc:sldMk cId="4140640151" sldId="261"/>
        </pc:sldMkLst>
        <pc:spChg chg="mod ord">
          <ac:chgData name="Archana Uday Dange" userId="a2b7b50a-7297-4a82-960b-35987071303d" providerId="ADAL" clId="{E0A95A1D-C48E-4029-8FDE-447EE598611E}" dt="2026-02-05T10:06:25.800" v="762" actId="700"/>
          <ac:spMkLst>
            <pc:docMk/>
            <pc:sldMk cId="4140640151" sldId="261"/>
            <ac:spMk id="16" creationId="{2949BF9A-522B-34FC-2BD1-C4EFB59CA0A9}"/>
          </ac:spMkLst>
        </pc:spChg>
        <pc:spChg chg="mod ord">
          <ac:chgData name="Archana Uday Dange" userId="a2b7b50a-7297-4a82-960b-35987071303d" providerId="ADAL" clId="{E0A95A1D-C48E-4029-8FDE-447EE598611E}" dt="2026-02-05T10:06:25.800" v="762" actId="700"/>
          <ac:spMkLst>
            <pc:docMk/>
            <pc:sldMk cId="4140640151" sldId="261"/>
            <ac:spMk id="17" creationId="{6AE4DE95-621B-CD9B-CE16-B100C52D6A82}"/>
          </ac:spMkLst>
        </pc:spChg>
        <pc:spChg chg="mod ord">
          <ac:chgData name="Archana Uday Dange" userId="a2b7b50a-7297-4a82-960b-35987071303d" providerId="ADAL" clId="{E0A95A1D-C48E-4029-8FDE-447EE598611E}" dt="2026-02-05T10:06:25.800" v="762" actId="700"/>
          <ac:spMkLst>
            <pc:docMk/>
            <pc:sldMk cId="4140640151" sldId="261"/>
            <ac:spMk id="18" creationId="{98115EBE-DE4D-EA27-D1C0-BD36AEFD5F16}"/>
          </ac:spMkLst>
        </pc:spChg>
        <pc:picChg chg="add mod">
          <ac:chgData name="Archana Uday Dange" userId="a2b7b50a-7297-4a82-960b-35987071303d" providerId="ADAL" clId="{E0A95A1D-C48E-4029-8FDE-447EE598611E}" dt="2026-02-17T09:20:10.238" v="3187" actId="207"/>
          <ac:picMkLst>
            <pc:docMk/>
            <pc:sldMk cId="4140640151" sldId="261"/>
            <ac:picMk id="3" creationId="{EC821E0F-065B-6F28-1C97-7999E0D3D9C9}"/>
          </ac:picMkLst>
        </pc:picChg>
      </pc:sldChg>
      <pc:sldChg chg="addSp delSp modSp add mod ord modClrScheme chgLayout">
        <pc:chgData name="Archana Uday Dange" userId="a2b7b50a-7297-4a82-960b-35987071303d" providerId="ADAL" clId="{E0A95A1D-C48E-4029-8FDE-447EE598611E}" dt="2026-02-17T09:22:00.139" v="3206" actId="207"/>
        <pc:sldMkLst>
          <pc:docMk/>
          <pc:sldMk cId="4017011661" sldId="262"/>
        </pc:sldMkLst>
        <pc:spChg chg="add mod">
          <ac:chgData name="Archana Uday Dange" userId="a2b7b50a-7297-4a82-960b-35987071303d" providerId="ADAL" clId="{E0A95A1D-C48E-4029-8FDE-447EE598611E}" dt="2026-02-17T09:21:43.323" v="3202" actId="207"/>
          <ac:spMkLst>
            <pc:docMk/>
            <pc:sldMk cId="4017011661" sldId="262"/>
            <ac:spMk id="2" creationId="{482D1D13-90BC-F977-3B70-5B018CFF4EEE}"/>
          </ac:spMkLst>
        </pc:spChg>
        <pc:spChg chg="add mod">
          <ac:chgData name="Archana Uday Dange" userId="a2b7b50a-7297-4a82-960b-35987071303d" providerId="ADAL" clId="{E0A95A1D-C48E-4029-8FDE-447EE598611E}" dt="2026-02-10T10:15:45.899" v="3016" actId="1035"/>
          <ac:spMkLst>
            <pc:docMk/>
            <pc:sldMk cId="4017011661" sldId="262"/>
            <ac:spMk id="3" creationId="{839BA84C-87C7-A4AA-D9B2-B30379136BC4}"/>
          </ac:spMkLst>
        </pc:spChg>
        <pc:spChg chg="add mod ord">
          <ac:chgData name="Archana Uday Dange" userId="a2b7b50a-7297-4a82-960b-35987071303d" providerId="ADAL" clId="{E0A95A1D-C48E-4029-8FDE-447EE598611E}" dt="2026-02-06T08:21:33.404" v="1824" actId="700"/>
          <ac:spMkLst>
            <pc:docMk/>
            <pc:sldMk cId="4017011661" sldId="262"/>
            <ac:spMk id="5" creationId="{8F296CCD-992B-052A-0A64-D0ECD7FF5C06}"/>
          </ac:spMkLst>
        </pc:spChg>
        <pc:spChg chg="mod topLvl">
          <ac:chgData name="Archana Uday Dange" userId="a2b7b50a-7297-4a82-960b-35987071303d" providerId="ADAL" clId="{E0A95A1D-C48E-4029-8FDE-447EE598611E}" dt="2026-02-06T07:43:00.293" v="1504" actId="164"/>
          <ac:spMkLst>
            <pc:docMk/>
            <pc:sldMk cId="4017011661" sldId="262"/>
            <ac:spMk id="7" creationId="{210BF850-FB6B-FB5C-9E33-79D1C1FDF0E0}"/>
          </ac:spMkLst>
        </pc:spChg>
        <pc:spChg chg="mod topLvl">
          <ac:chgData name="Archana Uday Dange" userId="a2b7b50a-7297-4a82-960b-35987071303d" providerId="ADAL" clId="{E0A95A1D-C48E-4029-8FDE-447EE598611E}" dt="2026-02-06T07:43:00.293" v="1504" actId="164"/>
          <ac:spMkLst>
            <pc:docMk/>
            <pc:sldMk cId="4017011661" sldId="262"/>
            <ac:spMk id="8" creationId="{13413705-80C7-8594-9378-E5189C5A60D0}"/>
          </ac:spMkLst>
        </pc:spChg>
        <pc:spChg chg="mod topLvl">
          <ac:chgData name="Archana Uday Dange" userId="a2b7b50a-7297-4a82-960b-35987071303d" providerId="ADAL" clId="{E0A95A1D-C48E-4029-8FDE-447EE598611E}" dt="2026-02-17T09:21:48.142" v="3203" actId="207"/>
          <ac:spMkLst>
            <pc:docMk/>
            <pc:sldMk cId="4017011661" sldId="262"/>
            <ac:spMk id="13" creationId="{5F1DEF9D-6A18-F541-E976-A73574C9342C}"/>
          </ac:spMkLst>
        </pc:spChg>
        <pc:spChg chg="add mod">
          <ac:chgData name="Archana Uday Dange" userId="a2b7b50a-7297-4a82-960b-35987071303d" providerId="ADAL" clId="{E0A95A1D-C48E-4029-8FDE-447EE598611E}" dt="2026-02-10T10:15:45.899" v="3016" actId="1035"/>
          <ac:spMkLst>
            <pc:docMk/>
            <pc:sldMk cId="4017011661" sldId="262"/>
            <ac:spMk id="32" creationId="{06507C29-9AF6-C59A-371A-2CD14FD9C5C7}"/>
          </ac:spMkLst>
        </pc:spChg>
        <pc:spChg chg="add mod topLvl">
          <ac:chgData name="Archana Uday Dange" userId="a2b7b50a-7297-4a82-960b-35987071303d" providerId="ADAL" clId="{E0A95A1D-C48E-4029-8FDE-447EE598611E}" dt="2026-02-10T10:15:45.899" v="3016" actId="1035"/>
          <ac:spMkLst>
            <pc:docMk/>
            <pc:sldMk cId="4017011661" sldId="262"/>
            <ac:spMk id="33" creationId="{E3CE1CE3-4450-BD74-AAE5-25FDE7EAEBE1}"/>
          </ac:spMkLst>
        </pc:spChg>
        <pc:spChg chg="mod">
          <ac:chgData name="Archana Uday Dange" userId="a2b7b50a-7297-4a82-960b-35987071303d" providerId="ADAL" clId="{E0A95A1D-C48E-4029-8FDE-447EE598611E}" dt="2026-02-06T07:42:56.960" v="1503" actId="164"/>
          <ac:spMkLst>
            <pc:docMk/>
            <pc:sldMk cId="4017011661" sldId="262"/>
            <ac:spMk id="35" creationId="{CC12F75D-3118-134D-C0C8-F66AAAF40970}"/>
          </ac:spMkLst>
        </pc:spChg>
        <pc:spChg chg="mod">
          <ac:chgData name="Archana Uday Dange" userId="a2b7b50a-7297-4a82-960b-35987071303d" providerId="ADAL" clId="{E0A95A1D-C48E-4029-8FDE-447EE598611E}" dt="2026-02-06T07:39:18.439" v="1449" actId="165"/>
          <ac:spMkLst>
            <pc:docMk/>
            <pc:sldMk cId="4017011661" sldId="262"/>
            <ac:spMk id="36" creationId="{9D402BC2-B82C-60B1-D053-61ABC1F3DA6C}"/>
          </ac:spMkLst>
        </pc:spChg>
        <pc:spChg chg="mod">
          <ac:chgData name="Archana Uday Dange" userId="a2b7b50a-7297-4a82-960b-35987071303d" providerId="ADAL" clId="{E0A95A1D-C48E-4029-8FDE-447EE598611E}" dt="2026-02-06T07:39:18.439" v="1449" actId="165"/>
          <ac:spMkLst>
            <pc:docMk/>
            <pc:sldMk cId="4017011661" sldId="262"/>
            <ac:spMk id="40" creationId="{6D3D62DF-D149-0B5B-98E3-2301F322463F}"/>
          </ac:spMkLst>
        </pc:spChg>
        <pc:spChg chg="mod">
          <ac:chgData name="Archana Uday Dange" userId="a2b7b50a-7297-4a82-960b-35987071303d" providerId="ADAL" clId="{E0A95A1D-C48E-4029-8FDE-447EE598611E}" dt="2026-02-06T07:42:56.960" v="1503" actId="164"/>
          <ac:spMkLst>
            <pc:docMk/>
            <pc:sldMk cId="4017011661" sldId="262"/>
            <ac:spMk id="41" creationId="{C2964A29-2AD0-B9E8-1E30-413CB48C5764}"/>
          </ac:spMkLst>
        </pc:spChg>
        <pc:spChg chg="mod">
          <ac:chgData name="Archana Uday Dange" userId="a2b7b50a-7297-4a82-960b-35987071303d" providerId="ADAL" clId="{E0A95A1D-C48E-4029-8FDE-447EE598611E}" dt="2026-02-06T07:42:56.960" v="1503" actId="164"/>
          <ac:spMkLst>
            <pc:docMk/>
            <pc:sldMk cId="4017011661" sldId="262"/>
            <ac:spMk id="42" creationId="{FAF98CF3-71FB-3067-6E6C-39D61E3D5F47}"/>
          </ac:spMkLst>
        </pc:spChg>
        <pc:spChg chg="mod">
          <ac:chgData name="Archana Uday Dange" userId="a2b7b50a-7297-4a82-960b-35987071303d" providerId="ADAL" clId="{E0A95A1D-C48E-4029-8FDE-447EE598611E}" dt="2026-02-06T07:39:18.439" v="1449" actId="165"/>
          <ac:spMkLst>
            <pc:docMk/>
            <pc:sldMk cId="4017011661" sldId="262"/>
            <ac:spMk id="43" creationId="{3B642D47-B9E9-9331-E6ED-543B6BF95C8C}"/>
          </ac:spMkLst>
        </pc:spChg>
        <pc:spChg chg="mod">
          <ac:chgData name="Archana Uday Dange" userId="a2b7b50a-7297-4a82-960b-35987071303d" providerId="ADAL" clId="{E0A95A1D-C48E-4029-8FDE-447EE598611E}" dt="2026-02-17T09:22:00.139" v="3206" actId="207"/>
          <ac:spMkLst>
            <pc:docMk/>
            <pc:sldMk cId="4017011661" sldId="262"/>
            <ac:spMk id="46" creationId="{51E03476-2714-1F4F-36B6-1C82DDF5F3A5}"/>
          </ac:spMkLst>
        </pc:spChg>
        <pc:spChg chg="mod">
          <ac:chgData name="Archana Uday Dange" userId="a2b7b50a-7297-4a82-960b-35987071303d" providerId="ADAL" clId="{E0A95A1D-C48E-4029-8FDE-447EE598611E}" dt="2026-02-06T07:39:18.439" v="1449" actId="165"/>
          <ac:spMkLst>
            <pc:docMk/>
            <pc:sldMk cId="4017011661" sldId="262"/>
            <ac:spMk id="47" creationId="{14351843-F203-5A69-5E58-F14F09D2CA82}"/>
          </ac:spMkLst>
        </pc:spChg>
        <pc:spChg chg="mod">
          <ac:chgData name="Archana Uday Dange" userId="a2b7b50a-7297-4a82-960b-35987071303d" providerId="ADAL" clId="{E0A95A1D-C48E-4029-8FDE-447EE598611E}" dt="2026-02-06T07:42:56.960" v="1503" actId="164"/>
          <ac:spMkLst>
            <pc:docMk/>
            <pc:sldMk cId="4017011661" sldId="262"/>
            <ac:spMk id="48" creationId="{AE804E91-7EFC-30E7-5B02-4D04044123DE}"/>
          </ac:spMkLst>
        </pc:spChg>
        <pc:spChg chg="mod">
          <ac:chgData name="Archana Uday Dange" userId="a2b7b50a-7297-4a82-960b-35987071303d" providerId="ADAL" clId="{E0A95A1D-C48E-4029-8FDE-447EE598611E}" dt="2026-02-06T07:39:18.439" v="1449" actId="165"/>
          <ac:spMkLst>
            <pc:docMk/>
            <pc:sldMk cId="4017011661" sldId="262"/>
            <ac:spMk id="50" creationId="{0766FE9D-0A6F-8A31-5834-A01EE7F6D79D}"/>
          </ac:spMkLst>
        </pc:spChg>
        <pc:spChg chg="mod">
          <ac:chgData name="Archana Uday Dange" userId="a2b7b50a-7297-4a82-960b-35987071303d" providerId="ADAL" clId="{E0A95A1D-C48E-4029-8FDE-447EE598611E}" dt="2026-02-06T07:39:18.439" v="1449" actId="165"/>
          <ac:spMkLst>
            <pc:docMk/>
            <pc:sldMk cId="4017011661" sldId="262"/>
            <ac:spMk id="51" creationId="{C6546DC0-FE4A-7AE1-99A6-5FB8D89FDB38}"/>
          </ac:spMkLst>
        </pc:spChg>
        <pc:spChg chg="mod">
          <ac:chgData name="Archana Uday Dange" userId="a2b7b50a-7297-4a82-960b-35987071303d" providerId="ADAL" clId="{E0A95A1D-C48E-4029-8FDE-447EE598611E}" dt="2026-02-06T07:39:18.439" v="1449" actId="165"/>
          <ac:spMkLst>
            <pc:docMk/>
            <pc:sldMk cId="4017011661" sldId="262"/>
            <ac:spMk id="53" creationId="{AC331D42-4899-2A40-295B-76014D33464A}"/>
          </ac:spMkLst>
        </pc:spChg>
        <pc:spChg chg="mod">
          <ac:chgData name="Archana Uday Dange" userId="a2b7b50a-7297-4a82-960b-35987071303d" providerId="ADAL" clId="{E0A95A1D-C48E-4029-8FDE-447EE598611E}" dt="2026-02-06T07:44:01.312" v="1517" actId="165"/>
          <ac:spMkLst>
            <pc:docMk/>
            <pc:sldMk cId="4017011661" sldId="262"/>
            <ac:spMk id="58" creationId="{13F0F859-EA39-DE2F-97A9-272339E9AC0C}"/>
          </ac:spMkLst>
        </pc:spChg>
        <pc:spChg chg="mod">
          <ac:chgData name="Archana Uday Dange" userId="a2b7b50a-7297-4a82-960b-35987071303d" providerId="ADAL" clId="{E0A95A1D-C48E-4029-8FDE-447EE598611E}" dt="2026-02-06T07:44:01.312" v="1517" actId="165"/>
          <ac:spMkLst>
            <pc:docMk/>
            <pc:sldMk cId="4017011661" sldId="262"/>
            <ac:spMk id="60" creationId="{5E6A63C9-0D19-F624-3CB6-269B65A233D9}"/>
          </ac:spMkLst>
        </pc:spChg>
        <pc:spChg chg="mod">
          <ac:chgData name="Archana Uday Dange" userId="a2b7b50a-7297-4a82-960b-35987071303d" providerId="ADAL" clId="{E0A95A1D-C48E-4029-8FDE-447EE598611E}" dt="2026-02-06T07:44:01.312" v="1517" actId="165"/>
          <ac:spMkLst>
            <pc:docMk/>
            <pc:sldMk cId="4017011661" sldId="262"/>
            <ac:spMk id="61" creationId="{E59B1250-3F72-B400-1E00-7B2F99DFCFE1}"/>
          </ac:spMkLst>
        </pc:spChg>
        <pc:spChg chg="mod">
          <ac:chgData name="Archana Uday Dange" userId="a2b7b50a-7297-4a82-960b-35987071303d" providerId="ADAL" clId="{E0A95A1D-C48E-4029-8FDE-447EE598611E}" dt="2026-02-06T07:44:01.312" v="1517" actId="165"/>
          <ac:spMkLst>
            <pc:docMk/>
            <pc:sldMk cId="4017011661" sldId="262"/>
            <ac:spMk id="63" creationId="{AA1C616B-9054-B1B2-AAAD-C817B50193D9}"/>
          </ac:spMkLst>
        </pc:spChg>
        <pc:spChg chg="mod">
          <ac:chgData name="Archana Uday Dange" userId="a2b7b50a-7297-4a82-960b-35987071303d" providerId="ADAL" clId="{E0A95A1D-C48E-4029-8FDE-447EE598611E}" dt="2026-02-06T07:42:53.291" v="1501" actId="164"/>
          <ac:spMkLst>
            <pc:docMk/>
            <pc:sldMk cId="4017011661" sldId="262"/>
            <ac:spMk id="66" creationId="{C97800C5-3065-6F03-AAF9-7738F367D92A}"/>
          </ac:spMkLst>
        </pc:spChg>
        <pc:spChg chg="mod">
          <ac:chgData name="Archana Uday Dange" userId="a2b7b50a-7297-4a82-960b-35987071303d" providerId="ADAL" clId="{E0A95A1D-C48E-4029-8FDE-447EE598611E}" dt="2026-02-06T07:44:01.312" v="1517" actId="165"/>
          <ac:spMkLst>
            <pc:docMk/>
            <pc:sldMk cId="4017011661" sldId="262"/>
            <ac:spMk id="68" creationId="{DB65A189-296D-73CF-2AF7-FDCDFE682076}"/>
          </ac:spMkLst>
        </pc:spChg>
        <pc:spChg chg="mod">
          <ac:chgData name="Archana Uday Dange" userId="a2b7b50a-7297-4a82-960b-35987071303d" providerId="ADAL" clId="{E0A95A1D-C48E-4029-8FDE-447EE598611E}" dt="2026-02-06T07:44:01.312" v="1517" actId="165"/>
          <ac:spMkLst>
            <pc:docMk/>
            <pc:sldMk cId="4017011661" sldId="262"/>
            <ac:spMk id="69" creationId="{583724C9-D05B-9EE0-FBB5-09ACA0E7002E}"/>
          </ac:spMkLst>
        </pc:spChg>
        <pc:spChg chg="mod">
          <ac:chgData name="Archana Uday Dange" userId="a2b7b50a-7297-4a82-960b-35987071303d" providerId="ADAL" clId="{E0A95A1D-C48E-4029-8FDE-447EE598611E}" dt="2026-02-06T07:42:53.291" v="1501" actId="164"/>
          <ac:spMkLst>
            <pc:docMk/>
            <pc:sldMk cId="4017011661" sldId="262"/>
            <ac:spMk id="70" creationId="{6BC3EEC7-7558-8DB1-9969-0FE23A984DA6}"/>
          </ac:spMkLst>
        </pc:spChg>
        <pc:spChg chg="mod">
          <ac:chgData name="Archana Uday Dange" userId="a2b7b50a-7297-4a82-960b-35987071303d" providerId="ADAL" clId="{E0A95A1D-C48E-4029-8FDE-447EE598611E}" dt="2026-02-06T07:42:53.291" v="1501" actId="164"/>
          <ac:spMkLst>
            <pc:docMk/>
            <pc:sldMk cId="4017011661" sldId="262"/>
            <ac:spMk id="71" creationId="{E0398CC5-29AC-ADC5-4A49-8A28B1405AC6}"/>
          </ac:spMkLst>
        </pc:spChg>
        <pc:spChg chg="mod">
          <ac:chgData name="Archana Uday Dange" userId="a2b7b50a-7297-4a82-960b-35987071303d" providerId="ADAL" clId="{E0A95A1D-C48E-4029-8FDE-447EE598611E}" dt="2026-02-06T07:44:01.312" v="1517" actId="165"/>
          <ac:spMkLst>
            <pc:docMk/>
            <pc:sldMk cId="4017011661" sldId="262"/>
            <ac:spMk id="73" creationId="{6B403B7A-E2E5-4E51-87E8-205F434DB96A}"/>
          </ac:spMkLst>
        </pc:spChg>
        <pc:spChg chg="mod">
          <ac:chgData name="Archana Uday Dange" userId="a2b7b50a-7297-4a82-960b-35987071303d" providerId="ADAL" clId="{E0A95A1D-C48E-4029-8FDE-447EE598611E}" dt="2026-02-06T09:40:57.069" v="2084" actId="207"/>
          <ac:spMkLst>
            <pc:docMk/>
            <pc:sldMk cId="4017011661" sldId="262"/>
            <ac:spMk id="76" creationId="{FF81D30B-63B8-EE20-E3C9-46F92D82AAF3}"/>
          </ac:spMkLst>
        </pc:spChg>
        <pc:spChg chg="mod">
          <ac:chgData name="Archana Uday Dange" userId="a2b7b50a-7297-4a82-960b-35987071303d" providerId="ADAL" clId="{E0A95A1D-C48E-4029-8FDE-447EE598611E}" dt="2026-02-06T09:40:46.394" v="2083" actId="207"/>
          <ac:spMkLst>
            <pc:docMk/>
            <pc:sldMk cId="4017011661" sldId="262"/>
            <ac:spMk id="77" creationId="{424FFB73-3D05-E883-B443-D8AEFDED7D45}"/>
          </ac:spMkLst>
        </pc:spChg>
        <pc:spChg chg="mod">
          <ac:chgData name="Archana Uday Dange" userId="a2b7b50a-7297-4a82-960b-35987071303d" providerId="ADAL" clId="{E0A95A1D-C48E-4029-8FDE-447EE598611E}" dt="2026-02-06T09:39:25.662" v="2068" actId="207"/>
          <ac:spMkLst>
            <pc:docMk/>
            <pc:sldMk cId="4017011661" sldId="262"/>
            <ac:spMk id="78" creationId="{665A8B84-3321-0DA1-A8FB-9164F8AF0B60}"/>
          </ac:spMkLst>
        </pc:spChg>
        <pc:spChg chg="mod">
          <ac:chgData name="Archana Uday Dange" userId="a2b7b50a-7297-4a82-960b-35987071303d" providerId="ADAL" clId="{E0A95A1D-C48E-4029-8FDE-447EE598611E}" dt="2026-02-06T09:39:19.054" v="2067" actId="207"/>
          <ac:spMkLst>
            <pc:docMk/>
            <pc:sldMk cId="4017011661" sldId="262"/>
            <ac:spMk id="79" creationId="{40D7DC6F-22CC-1C6E-843C-66209E9C66D0}"/>
          </ac:spMkLst>
        </pc:spChg>
        <pc:spChg chg="mod">
          <ac:chgData name="Archana Uday Dange" userId="a2b7b50a-7297-4a82-960b-35987071303d" providerId="ADAL" clId="{E0A95A1D-C48E-4029-8FDE-447EE598611E}" dt="2026-02-06T09:39:14.278" v="2066" actId="207"/>
          <ac:spMkLst>
            <pc:docMk/>
            <pc:sldMk cId="4017011661" sldId="262"/>
            <ac:spMk id="80" creationId="{194804A3-8409-76EA-8FFF-02B0E99D40EA}"/>
          </ac:spMkLst>
        </pc:spChg>
        <pc:spChg chg="mod">
          <ac:chgData name="Archana Uday Dange" userId="a2b7b50a-7297-4a82-960b-35987071303d" providerId="ADAL" clId="{E0A95A1D-C48E-4029-8FDE-447EE598611E}" dt="2026-02-06T09:41:06.172" v="2085" actId="207"/>
          <ac:spMkLst>
            <pc:docMk/>
            <pc:sldMk cId="4017011661" sldId="262"/>
            <ac:spMk id="82" creationId="{8B3D96B7-3541-BEC0-2C88-9DF81C0E40DF}"/>
          </ac:spMkLst>
        </pc:spChg>
        <pc:spChg chg="mod">
          <ac:chgData name="Archana Uday Dange" userId="a2b7b50a-7297-4a82-960b-35987071303d" providerId="ADAL" clId="{E0A95A1D-C48E-4029-8FDE-447EE598611E}" dt="2026-02-06T09:40:10.383" v="2078" actId="207"/>
          <ac:spMkLst>
            <pc:docMk/>
            <pc:sldMk cId="4017011661" sldId="262"/>
            <ac:spMk id="83" creationId="{B8C011E1-F0A8-C3D9-B8A2-B5194BDE2C65}"/>
          </ac:spMkLst>
        </pc:spChg>
        <pc:spChg chg="mod">
          <ac:chgData name="Archana Uday Dange" userId="a2b7b50a-7297-4a82-960b-35987071303d" providerId="ADAL" clId="{E0A95A1D-C48E-4029-8FDE-447EE598611E}" dt="2026-02-06T09:40:05.259" v="2077" actId="207"/>
          <ac:spMkLst>
            <pc:docMk/>
            <pc:sldMk cId="4017011661" sldId="262"/>
            <ac:spMk id="84" creationId="{E50EF38F-B6F7-AA2F-27EE-61873149787B}"/>
          </ac:spMkLst>
        </pc:spChg>
        <pc:spChg chg="mod">
          <ac:chgData name="Archana Uday Dange" userId="a2b7b50a-7297-4a82-960b-35987071303d" providerId="ADAL" clId="{E0A95A1D-C48E-4029-8FDE-447EE598611E}" dt="2026-02-06T07:42:53.291" v="1501" actId="164"/>
          <ac:spMkLst>
            <pc:docMk/>
            <pc:sldMk cId="4017011661" sldId="262"/>
            <ac:spMk id="88" creationId="{93966EC3-5D43-6D5E-82CD-5B708F9DE905}"/>
          </ac:spMkLst>
        </pc:spChg>
        <pc:spChg chg="mod">
          <ac:chgData name="Archana Uday Dange" userId="a2b7b50a-7297-4a82-960b-35987071303d" providerId="ADAL" clId="{E0A95A1D-C48E-4029-8FDE-447EE598611E}" dt="2026-02-06T07:42:53.291" v="1501" actId="164"/>
          <ac:spMkLst>
            <pc:docMk/>
            <pc:sldMk cId="4017011661" sldId="262"/>
            <ac:spMk id="91" creationId="{359065A2-1A36-9C0E-1AC7-D9C664C6AFE2}"/>
          </ac:spMkLst>
        </pc:spChg>
        <pc:spChg chg="mod">
          <ac:chgData name="Archana Uday Dange" userId="a2b7b50a-7297-4a82-960b-35987071303d" providerId="ADAL" clId="{E0A95A1D-C48E-4029-8FDE-447EE598611E}" dt="2026-02-06T07:44:01.312" v="1517" actId="165"/>
          <ac:spMkLst>
            <pc:docMk/>
            <pc:sldMk cId="4017011661" sldId="262"/>
            <ac:spMk id="93" creationId="{ABD915E1-46FF-1963-9370-BA32138C96BE}"/>
          </ac:spMkLst>
        </pc:spChg>
        <pc:spChg chg="mod">
          <ac:chgData name="Archana Uday Dange" userId="a2b7b50a-7297-4a82-960b-35987071303d" providerId="ADAL" clId="{E0A95A1D-C48E-4029-8FDE-447EE598611E}" dt="2026-02-06T07:40:22.930" v="1464" actId="208"/>
          <ac:spMkLst>
            <pc:docMk/>
            <pc:sldMk cId="4017011661" sldId="262"/>
            <ac:spMk id="98" creationId="{4205A7F0-9E7B-C9CD-60E9-EE4AC4133FDE}"/>
          </ac:spMkLst>
        </pc:spChg>
        <pc:spChg chg="mod">
          <ac:chgData name="Archana Uday Dange" userId="a2b7b50a-7297-4a82-960b-35987071303d" providerId="ADAL" clId="{E0A95A1D-C48E-4029-8FDE-447EE598611E}" dt="2026-02-06T07:40:22.930" v="1464" actId="208"/>
          <ac:spMkLst>
            <pc:docMk/>
            <pc:sldMk cId="4017011661" sldId="262"/>
            <ac:spMk id="99" creationId="{9C561DA8-3BE3-A52E-7551-8E1298A08F1B}"/>
          </ac:spMkLst>
        </pc:spChg>
        <pc:spChg chg="mod">
          <ac:chgData name="Archana Uday Dange" userId="a2b7b50a-7297-4a82-960b-35987071303d" providerId="ADAL" clId="{E0A95A1D-C48E-4029-8FDE-447EE598611E}" dt="2026-02-06T07:40:22.930" v="1464" actId="208"/>
          <ac:spMkLst>
            <pc:docMk/>
            <pc:sldMk cId="4017011661" sldId="262"/>
            <ac:spMk id="100" creationId="{35AA668D-4BCC-D93A-670C-5FE7D81AACC0}"/>
          </ac:spMkLst>
        </pc:spChg>
        <pc:spChg chg="mod">
          <ac:chgData name="Archana Uday Dange" userId="a2b7b50a-7297-4a82-960b-35987071303d" providerId="ADAL" clId="{E0A95A1D-C48E-4029-8FDE-447EE598611E}" dt="2026-02-06T07:40:22.930" v="1464" actId="208"/>
          <ac:spMkLst>
            <pc:docMk/>
            <pc:sldMk cId="4017011661" sldId="262"/>
            <ac:spMk id="101" creationId="{B7B1F8DA-09F2-DCD3-5DA1-E95D33B0DCF3}"/>
          </ac:spMkLst>
        </pc:spChg>
        <pc:spChg chg="mod">
          <ac:chgData name="Archana Uday Dange" userId="a2b7b50a-7297-4a82-960b-35987071303d" providerId="ADAL" clId="{E0A95A1D-C48E-4029-8FDE-447EE598611E}" dt="2026-02-06T07:40:22.930" v="1464" actId="208"/>
          <ac:spMkLst>
            <pc:docMk/>
            <pc:sldMk cId="4017011661" sldId="262"/>
            <ac:spMk id="102" creationId="{EF5E045E-1424-347B-1F3D-7CD573C3E7CD}"/>
          </ac:spMkLst>
        </pc:spChg>
        <pc:spChg chg="mod">
          <ac:chgData name="Archana Uday Dange" userId="a2b7b50a-7297-4a82-960b-35987071303d" providerId="ADAL" clId="{E0A95A1D-C48E-4029-8FDE-447EE598611E}" dt="2026-02-06T07:42:56.960" v="1503" actId="164"/>
          <ac:spMkLst>
            <pc:docMk/>
            <pc:sldMk cId="4017011661" sldId="262"/>
            <ac:spMk id="103" creationId="{E95FAD7D-DA8E-828C-B96B-3D5901ABC81D}"/>
          </ac:spMkLst>
        </pc:spChg>
        <pc:spChg chg="mod">
          <ac:chgData name="Archana Uday Dange" userId="a2b7b50a-7297-4a82-960b-35987071303d" providerId="ADAL" clId="{E0A95A1D-C48E-4029-8FDE-447EE598611E}" dt="2026-02-06T07:42:56.960" v="1503" actId="164"/>
          <ac:spMkLst>
            <pc:docMk/>
            <pc:sldMk cId="4017011661" sldId="262"/>
            <ac:spMk id="104" creationId="{0E192BF9-5AE8-0B26-B2B7-2581F9C085CE}"/>
          </ac:spMkLst>
        </pc:spChg>
        <pc:spChg chg="mod">
          <ac:chgData name="Archana Uday Dange" userId="a2b7b50a-7297-4a82-960b-35987071303d" providerId="ADAL" clId="{E0A95A1D-C48E-4029-8FDE-447EE598611E}" dt="2026-02-06T07:40:22.930" v="1464" actId="208"/>
          <ac:spMkLst>
            <pc:docMk/>
            <pc:sldMk cId="4017011661" sldId="262"/>
            <ac:spMk id="105" creationId="{183CAD34-705E-C141-285B-87EE1D1047AF}"/>
          </ac:spMkLst>
        </pc:spChg>
        <pc:spChg chg="mod">
          <ac:chgData name="Archana Uday Dange" userId="a2b7b50a-7297-4a82-960b-35987071303d" providerId="ADAL" clId="{E0A95A1D-C48E-4029-8FDE-447EE598611E}" dt="2026-02-06T07:42:56.960" v="1503" actId="164"/>
          <ac:spMkLst>
            <pc:docMk/>
            <pc:sldMk cId="4017011661" sldId="262"/>
            <ac:spMk id="106" creationId="{04A039A8-D700-85B7-DEA2-74F8F9466012}"/>
          </ac:spMkLst>
        </pc:spChg>
        <pc:spChg chg="add mod">
          <ac:chgData name="Archana Uday Dange" userId="a2b7b50a-7297-4a82-960b-35987071303d" providerId="ADAL" clId="{E0A95A1D-C48E-4029-8FDE-447EE598611E}" dt="2026-02-06T07:44:10.088" v="1519" actId="164"/>
          <ac:spMkLst>
            <pc:docMk/>
            <pc:sldMk cId="4017011661" sldId="262"/>
            <ac:spMk id="107" creationId="{A1D62897-1C69-12A1-F542-8469F013D3D6}"/>
          </ac:spMkLst>
        </pc:spChg>
        <pc:spChg chg="add mod">
          <ac:chgData name="Archana Uday Dange" userId="a2b7b50a-7297-4a82-960b-35987071303d" providerId="ADAL" clId="{E0A95A1D-C48E-4029-8FDE-447EE598611E}" dt="2026-02-06T07:44:10.088" v="1519" actId="164"/>
          <ac:spMkLst>
            <pc:docMk/>
            <pc:sldMk cId="4017011661" sldId="262"/>
            <ac:spMk id="108" creationId="{98DB4E3F-4686-5A01-3A3A-BC7C5E53151C}"/>
          </ac:spMkLst>
        </pc:spChg>
        <pc:spChg chg="add mod">
          <ac:chgData name="Archana Uday Dange" userId="a2b7b50a-7297-4a82-960b-35987071303d" providerId="ADAL" clId="{E0A95A1D-C48E-4029-8FDE-447EE598611E}" dt="2026-02-06T07:44:10.088" v="1519" actId="164"/>
          <ac:spMkLst>
            <pc:docMk/>
            <pc:sldMk cId="4017011661" sldId="262"/>
            <ac:spMk id="109" creationId="{54F96538-E151-1D90-52E8-6B4E5B7160A8}"/>
          </ac:spMkLst>
        </pc:spChg>
        <pc:spChg chg="add mod">
          <ac:chgData name="Archana Uday Dange" userId="a2b7b50a-7297-4a82-960b-35987071303d" providerId="ADAL" clId="{E0A95A1D-C48E-4029-8FDE-447EE598611E}" dt="2026-02-06T07:44:10.088" v="1519" actId="164"/>
          <ac:spMkLst>
            <pc:docMk/>
            <pc:sldMk cId="4017011661" sldId="262"/>
            <ac:spMk id="110" creationId="{B467E9A2-045B-3520-A6E8-CFBC0810D4BB}"/>
          </ac:spMkLst>
        </pc:spChg>
        <pc:spChg chg="add mod">
          <ac:chgData name="Archana Uday Dange" userId="a2b7b50a-7297-4a82-960b-35987071303d" providerId="ADAL" clId="{E0A95A1D-C48E-4029-8FDE-447EE598611E}" dt="2026-02-17T09:21:37.861" v="3200" actId="207"/>
          <ac:spMkLst>
            <pc:docMk/>
            <pc:sldMk cId="4017011661" sldId="262"/>
            <ac:spMk id="116" creationId="{B718EB33-2791-ADB8-446E-A314F5D5AFCF}"/>
          </ac:spMkLst>
        </pc:spChg>
        <pc:spChg chg="add mod">
          <ac:chgData name="Archana Uday Dange" userId="a2b7b50a-7297-4a82-960b-35987071303d" providerId="ADAL" clId="{E0A95A1D-C48E-4029-8FDE-447EE598611E}" dt="2026-02-17T09:21:41.491" v="3201" actId="207"/>
          <ac:spMkLst>
            <pc:docMk/>
            <pc:sldMk cId="4017011661" sldId="262"/>
            <ac:spMk id="117" creationId="{BCE6D710-EA2D-4D0D-66C5-E35CE5D3468E}"/>
          </ac:spMkLst>
        </pc:spChg>
        <pc:grpChg chg="add mod">
          <ac:chgData name="Archana Uday Dange" userId="a2b7b50a-7297-4a82-960b-35987071303d" providerId="ADAL" clId="{E0A95A1D-C48E-4029-8FDE-447EE598611E}" dt="2026-02-10T10:19:38.353" v="3048" actId="14100"/>
          <ac:grpSpMkLst>
            <pc:docMk/>
            <pc:sldMk cId="4017011661" sldId="262"/>
            <ac:grpSpMk id="11" creationId="{F943E604-DED0-0BCF-0550-DB0367B93334}"/>
          </ac:grpSpMkLst>
        </pc:grpChg>
        <pc:grpChg chg="mod">
          <ac:chgData name="Archana Uday Dange" userId="a2b7b50a-7297-4a82-960b-35987071303d" providerId="ADAL" clId="{E0A95A1D-C48E-4029-8FDE-447EE598611E}" dt="2026-02-06T07:43:00.293" v="1504" actId="164"/>
          <ac:grpSpMkLst>
            <pc:docMk/>
            <pc:sldMk cId="4017011661" sldId="262"/>
            <ac:grpSpMk id="34" creationId="{F31A43E1-6F00-2D34-C69E-254360C6C60E}"/>
          </ac:grpSpMkLst>
        </pc:grpChg>
        <pc:grpChg chg="mod">
          <ac:chgData name="Archana Uday Dange" userId="a2b7b50a-7297-4a82-960b-35987071303d" providerId="ADAL" clId="{E0A95A1D-C48E-4029-8FDE-447EE598611E}" dt="2026-02-06T07:43:00.293" v="1504" actId="164"/>
          <ac:grpSpMkLst>
            <pc:docMk/>
            <pc:sldMk cId="4017011661" sldId="262"/>
            <ac:grpSpMk id="44" creationId="{ACF17376-9B6F-BF23-083B-689EE69B7F7B}"/>
          </ac:grpSpMkLst>
        </pc:grpChg>
        <pc:grpChg chg="mod">
          <ac:chgData name="Archana Uday Dange" userId="a2b7b50a-7297-4a82-960b-35987071303d" providerId="ADAL" clId="{E0A95A1D-C48E-4029-8FDE-447EE598611E}" dt="2026-02-06T07:44:10.088" v="1519" actId="164"/>
          <ac:grpSpMkLst>
            <pc:docMk/>
            <pc:sldMk cId="4017011661" sldId="262"/>
            <ac:grpSpMk id="55" creationId="{39BD31F9-7E42-0B35-38D1-BF2F33C8DE0D}"/>
          </ac:grpSpMkLst>
        </pc:grpChg>
        <pc:grpChg chg="mod">
          <ac:chgData name="Archana Uday Dange" userId="a2b7b50a-7297-4a82-960b-35987071303d" providerId="ADAL" clId="{E0A95A1D-C48E-4029-8FDE-447EE598611E}" dt="2026-02-06T07:44:10.088" v="1519" actId="164"/>
          <ac:grpSpMkLst>
            <pc:docMk/>
            <pc:sldMk cId="4017011661" sldId="262"/>
            <ac:grpSpMk id="65" creationId="{6465C3B5-A5D1-920C-688D-09F83641AD99}"/>
          </ac:grpSpMkLst>
        </pc:grpChg>
        <pc:grpChg chg="mod">
          <ac:chgData name="Archana Uday Dange" userId="a2b7b50a-7297-4a82-960b-35987071303d" providerId="ADAL" clId="{E0A95A1D-C48E-4029-8FDE-447EE598611E}" dt="2026-02-06T07:44:10.088" v="1519" actId="164"/>
          <ac:grpSpMkLst>
            <pc:docMk/>
            <pc:sldMk cId="4017011661" sldId="262"/>
            <ac:grpSpMk id="75" creationId="{5136364C-CF08-D95E-D140-1F480463C71F}"/>
          </ac:grpSpMkLst>
        </pc:grpChg>
        <pc:grpChg chg="mod">
          <ac:chgData name="Archana Uday Dange" userId="a2b7b50a-7297-4a82-960b-35987071303d" providerId="ADAL" clId="{E0A95A1D-C48E-4029-8FDE-447EE598611E}" dt="2026-02-06T07:44:10.088" v="1519" actId="164"/>
          <ac:grpSpMkLst>
            <pc:docMk/>
            <pc:sldMk cId="4017011661" sldId="262"/>
            <ac:grpSpMk id="85" creationId="{EEEEDF85-160B-CC83-B012-8B42CD57FCC3}"/>
          </ac:grpSpMkLst>
        </pc:grpChg>
        <pc:grpChg chg="add mod">
          <ac:chgData name="Archana Uday Dange" userId="a2b7b50a-7297-4a82-960b-35987071303d" providerId="ADAL" clId="{E0A95A1D-C48E-4029-8FDE-447EE598611E}" dt="2026-02-06T07:43:00.293" v="1504" actId="164"/>
          <ac:grpSpMkLst>
            <pc:docMk/>
            <pc:sldMk cId="4017011661" sldId="262"/>
            <ac:grpSpMk id="97" creationId="{AE928731-51A3-8D9D-76DB-CC8875ECFB79}"/>
          </ac:grpSpMkLst>
        </pc:grpChg>
        <pc:grpChg chg="add mod">
          <ac:chgData name="Archana Uday Dange" userId="a2b7b50a-7297-4a82-960b-35987071303d" providerId="ADAL" clId="{E0A95A1D-C48E-4029-8FDE-447EE598611E}" dt="2026-02-10T10:15:45.899" v="3016" actId="1035"/>
          <ac:grpSpMkLst>
            <pc:docMk/>
            <pc:sldMk cId="4017011661" sldId="262"/>
            <ac:grpSpMk id="113" creationId="{752B25B0-C1AC-190C-CB60-F16D03435DAD}"/>
          </ac:grpSpMkLst>
        </pc:grpChg>
        <pc:grpChg chg="add mod">
          <ac:chgData name="Archana Uday Dange" userId="a2b7b50a-7297-4a82-960b-35987071303d" providerId="ADAL" clId="{E0A95A1D-C48E-4029-8FDE-447EE598611E}" dt="2026-02-10T10:15:45.899" v="3016" actId="1035"/>
          <ac:grpSpMkLst>
            <pc:docMk/>
            <pc:sldMk cId="4017011661" sldId="262"/>
            <ac:grpSpMk id="115" creationId="{3FA7CB4F-E211-2A6D-07B5-6A7864DFE06F}"/>
          </ac:grpSpMkLst>
        </pc:grpChg>
        <pc:picChg chg="add mod">
          <ac:chgData name="Archana Uday Dange" userId="a2b7b50a-7297-4a82-960b-35987071303d" providerId="ADAL" clId="{E0A95A1D-C48E-4029-8FDE-447EE598611E}" dt="2026-02-10T10:19:41.168" v="3051"/>
          <ac:picMkLst>
            <pc:docMk/>
            <pc:sldMk cId="4017011661" sldId="262"/>
            <ac:picMk id="12" creationId="{6D59A1F9-AF21-1FDA-EC57-E01EC213E851}"/>
          </ac:picMkLst>
        </pc:picChg>
        <pc:cxnChg chg="add mod">
          <ac:chgData name="Archana Uday Dange" userId="a2b7b50a-7297-4a82-960b-35987071303d" providerId="ADAL" clId="{E0A95A1D-C48E-4029-8FDE-447EE598611E}" dt="2026-02-10T10:19:36.494" v="3047" actId="164"/>
          <ac:cxnSpMkLst>
            <pc:docMk/>
            <pc:sldMk cId="4017011661" sldId="262"/>
            <ac:cxnSpMk id="4" creationId="{867AD9FE-4CAD-0393-BECA-E5BB0B25CCA6}"/>
          </ac:cxnSpMkLst>
        </pc:cxnChg>
        <pc:cxnChg chg="add mod">
          <ac:chgData name="Archana Uday Dange" userId="a2b7b50a-7297-4a82-960b-35987071303d" providerId="ADAL" clId="{E0A95A1D-C48E-4029-8FDE-447EE598611E}" dt="2026-02-10T10:19:36.494" v="3047" actId="164"/>
          <ac:cxnSpMkLst>
            <pc:docMk/>
            <pc:sldMk cId="4017011661" sldId="262"/>
            <ac:cxnSpMk id="9" creationId="{43E59E8D-66A3-5EEC-3D13-515B25FA8AEC}"/>
          </ac:cxnSpMkLst>
        </pc:cxnChg>
        <pc:cxnChg chg="add mod">
          <ac:chgData name="Archana Uday Dange" userId="a2b7b50a-7297-4a82-960b-35987071303d" providerId="ADAL" clId="{E0A95A1D-C48E-4029-8FDE-447EE598611E}" dt="2026-02-10T10:19:36.494" v="3047" actId="164"/>
          <ac:cxnSpMkLst>
            <pc:docMk/>
            <pc:sldMk cId="4017011661" sldId="262"/>
            <ac:cxnSpMk id="10" creationId="{AE545992-3D41-CA8B-3F93-1E20B63FADD7}"/>
          </ac:cxnSpMkLst>
        </pc:cxnChg>
        <pc:cxnChg chg="add mod">
          <ac:chgData name="Archana Uday Dange" userId="a2b7b50a-7297-4a82-960b-35987071303d" providerId="ADAL" clId="{E0A95A1D-C48E-4029-8FDE-447EE598611E}" dt="2026-02-10T10:15:04.631" v="2992" actId="552"/>
          <ac:cxnSpMkLst>
            <pc:docMk/>
            <pc:sldMk cId="4017011661" sldId="262"/>
            <ac:cxnSpMk id="119" creationId="{F971FC33-7E3D-1E85-587C-172593F9D72E}"/>
          </ac:cxnSpMkLst>
        </pc:cxnChg>
      </pc:sldChg>
      <pc:sldChg chg="addSp delSp modSp add mod modClrScheme chgLayout">
        <pc:chgData name="Archana Uday Dange" userId="a2b7b50a-7297-4a82-960b-35987071303d" providerId="ADAL" clId="{E0A95A1D-C48E-4029-8FDE-447EE598611E}" dt="2026-02-17T09:20:14.628" v="3188" actId="207"/>
        <pc:sldMkLst>
          <pc:docMk/>
          <pc:sldMk cId="3609568625" sldId="263"/>
        </pc:sldMkLst>
        <pc:spChg chg="mod ord">
          <ac:chgData name="Archana Uday Dange" userId="a2b7b50a-7297-4a82-960b-35987071303d" providerId="ADAL" clId="{E0A95A1D-C48E-4029-8FDE-447EE598611E}" dt="2026-02-05T10:15:55.948" v="820" actId="700"/>
          <ac:spMkLst>
            <pc:docMk/>
            <pc:sldMk cId="3609568625" sldId="263"/>
            <ac:spMk id="16" creationId="{3808C34C-546B-B604-42BA-F7254B5D1CA6}"/>
          </ac:spMkLst>
        </pc:spChg>
        <pc:spChg chg="mod ord">
          <ac:chgData name="Archana Uday Dange" userId="a2b7b50a-7297-4a82-960b-35987071303d" providerId="ADAL" clId="{E0A95A1D-C48E-4029-8FDE-447EE598611E}" dt="2026-02-05T10:15:55.948" v="820" actId="700"/>
          <ac:spMkLst>
            <pc:docMk/>
            <pc:sldMk cId="3609568625" sldId="263"/>
            <ac:spMk id="17" creationId="{828152D1-8DBE-B8B9-18D4-25813C959A02}"/>
          </ac:spMkLst>
        </pc:spChg>
        <pc:spChg chg="mod ord">
          <ac:chgData name="Archana Uday Dange" userId="a2b7b50a-7297-4a82-960b-35987071303d" providerId="ADAL" clId="{E0A95A1D-C48E-4029-8FDE-447EE598611E}" dt="2026-02-05T10:15:55.948" v="820" actId="700"/>
          <ac:spMkLst>
            <pc:docMk/>
            <pc:sldMk cId="3609568625" sldId="263"/>
            <ac:spMk id="18" creationId="{1116CA90-C0DC-ADB9-6662-B9DA2639A156}"/>
          </ac:spMkLst>
        </pc:spChg>
        <pc:picChg chg="add mod">
          <ac:chgData name="Archana Uday Dange" userId="a2b7b50a-7297-4a82-960b-35987071303d" providerId="ADAL" clId="{E0A95A1D-C48E-4029-8FDE-447EE598611E}" dt="2026-02-17T09:20:14.628" v="3188" actId="207"/>
          <ac:picMkLst>
            <pc:docMk/>
            <pc:sldMk cId="3609568625" sldId="263"/>
            <ac:picMk id="2" creationId="{51264D96-C0DF-108F-1665-1C818D94CF56}"/>
          </ac:picMkLst>
        </pc:picChg>
      </pc:sldChg>
      <pc:sldChg chg="addSp delSp modSp add mod ord modClrScheme chgLayout">
        <pc:chgData name="Archana Uday Dange" userId="a2b7b50a-7297-4a82-960b-35987071303d" providerId="ADAL" clId="{E0A95A1D-C48E-4029-8FDE-447EE598611E}" dt="2026-02-17T11:13:37.490" v="3211" actId="207"/>
        <pc:sldMkLst>
          <pc:docMk/>
          <pc:sldMk cId="4214272245" sldId="264"/>
        </pc:sldMkLst>
        <pc:spChg chg="mod ord">
          <ac:chgData name="Archana Uday Dange" userId="a2b7b50a-7297-4a82-960b-35987071303d" providerId="ADAL" clId="{E0A95A1D-C48E-4029-8FDE-447EE598611E}" dt="2026-02-05T10:35:15.916" v="982" actId="3064"/>
          <ac:spMkLst>
            <pc:docMk/>
            <pc:sldMk cId="4214272245" sldId="264"/>
            <ac:spMk id="16" creationId="{A2938B02-3450-96F7-BA88-D1418BA02E33}"/>
          </ac:spMkLst>
        </pc:spChg>
        <pc:spChg chg="mod ord">
          <ac:chgData name="Archana Uday Dange" userId="a2b7b50a-7297-4a82-960b-35987071303d" providerId="ADAL" clId="{E0A95A1D-C48E-4029-8FDE-447EE598611E}" dt="2026-02-17T11:13:37.490" v="3211" actId="207"/>
          <ac:spMkLst>
            <pc:docMk/>
            <pc:sldMk cId="4214272245" sldId="264"/>
            <ac:spMk id="17" creationId="{E56ED0E6-D482-DA18-ACE6-823C3264AA15}"/>
          </ac:spMkLst>
        </pc:spChg>
      </pc:sldChg>
      <pc:sldChg chg="addSp delSp modSp add mod modClrScheme chgLayout">
        <pc:chgData name="Archana Uday Dange" userId="a2b7b50a-7297-4a82-960b-35987071303d" providerId="ADAL" clId="{E0A95A1D-C48E-4029-8FDE-447EE598611E}" dt="2026-02-17T09:28:49.627" v="3208" actId="207"/>
        <pc:sldMkLst>
          <pc:docMk/>
          <pc:sldMk cId="992254417" sldId="265"/>
        </pc:sldMkLst>
        <pc:spChg chg="mod ord">
          <ac:chgData name="Archana Uday Dange" userId="a2b7b50a-7297-4a82-960b-35987071303d" providerId="ADAL" clId="{E0A95A1D-C48E-4029-8FDE-447EE598611E}" dt="2026-02-05T10:34:59.630" v="974" actId="1076"/>
          <ac:spMkLst>
            <pc:docMk/>
            <pc:sldMk cId="992254417" sldId="265"/>
            <ac:spMk id="16" creationId="{D4C16D3D-B2C2-8FB6-E421-6FA4E2993D99}"/>
          </ac:spMkLst>
        </pc:spChg>
        <pc:spChg chg="mod ord">
          <ac:chgData name="Archana Uday Dange" userId="a2b7b50a-7297-4a82-960b-35987071303d" providerId="ADAL" clId="{E0A95A1D-C48E-4029-8FDE-447EE598611E}" dt="2026-02-17T09:28:49.627" v="3208" actId="207"/>
          <ac:spMkLst>
            <pc:docMk/>
            <pc:sldMk cId="992254417" sldId="265"/>
            <ac:spMk id="17" creationId="{74226478-25B3-BEC4-16A2-3C7FCEDE0490}"/>
          </ac:spMkLst>
        </pc:spChg>
      </pc:sldChg>
      <pc:sldChg chg="addSp delSp modSp add mod modClrScheme chgLayout">
        <pc:chgData name="Archana Uday Dange" userId="a2b7b50a-7297-4a82-960b-35987071303d" providerId="ADAL" clId="{E0A95A1D-C48E-4029-8FDE-447EE598611E}" dt="2026-02-17T09:20:28.359" v="3193" actId="20577"/>
        <pc:sldMkLst>
          <pc:docMk/>
          <pc:sldMk cId="2709390138" sldId="266"/>
        </pc:sldMkLst>
        <pc:spChg chg="add mod">
          <ac:chgData name="Archana Uday Dange" userId="a2b7b50a-7297-4a82-960b-35987071303d" providerId="ADAL" clId="{E0A95A1D-C48E-4029-8FDE-447EE598611E}" dt="2026-02-05T10:44:06.109" v="1153"/>
          <ac:spMkLst>
            <pc:docMk/>
            <pc:sldMk cId="2709390138" sldId="266"/>
            <ac:spMk id="2" creationId="{51CE716B-F86E-C55C-9C2F-847F0B949DD4}"/>
          </ac:spMkLst>
        </pc:spChg>
        <pc:spChg chg="add mod">
          <ac:chgData name="Archana Uday Dange" userId="a2b7b50a-7297-4a82-960b-35987071303d" providerId="ADAL" clId="{E0A95A1D-C48E-4029-8FDE-447EE598611E}" dt="2026-02-17T09:20:28.359" v="3193" actId="20577"/>
          <ac:spMkLst>
            <pc:docMk/>
            <pc:sldMk cId="2709390138" sldId="266"/>
            <ac:spMk id="3" creationId="{DBD89D23-461E-167E-6ACF-4F4DC86A5BD5}"/>
          </ac:spMkLst>
        </pc:spChg>
      </pc:sldChg>
      <pc:sldChg chg="modSp add mod modClrScheme chgLayout">
        <pc:chgData name="Archana Uday Dange" userId="a2b7b50a-7297-4a82-960b-35987071303d" providerId="ADAL" clId="{E0A95A1D-C48E-4029-8FDE-447EE598611E}" dt="2026-02-05T10:45:15.025" v="1167" actId="700"/>
        <pc:sldMkLst>
          <pc:docMk/>
          <pc:sldMk cId="10233537" sldId="267"/>
        </pc:sldMkLst>
        <pc:spChg chg="mod ord">
          <ac:chgData name="Archana Uday Dange" userId="a2b7b50a-7297-4a82-960b-35987071303d" providerId="ADAL" clId="{E0A95A1D-C48E-4029-8FDE-447EE598611E}" dt="2026-02-05T10:45:15.025" v="1167" actId="700"/>
          <ac:spMkLst>
            <pc:docMk/>
            <pc:sldMk cId="10233537" sldId="267"/>
            <ac:spMk id="2" creationId="{6C85547E-1354-E951-2C4E-7E56757B5EC3}"/>
          </ac:spMkLst>
        </pc:spChg>
        <pc:spChg chg="mod ord">
          <ac:chgData name="Archana Uday Dange" userId="a2b7b50a-7297-4a82-960b-35987071303d" providerId="ADAL" clId="{E0A95A1D-C48E-4029-8FDE-447EE598611E}" dt="2026-02-05T10:45:15.025" v="1167" actId="700"/>
          <ac:spMkLst>
            <pc:docMk/>
            <pc:sldMk cId="10233537" sldId="267"/>
            <ac:spMk id="3" creationId="{8AB25186-4EE5-A1CF-09BF-BE453513679B}"/>
          </ac:spMkLst>
        </pc:spChg>
      </pc:sldChg>
      <pc:sldChg chg="modSp add mod modClrScheme chgLayout">
        <pc:chgData name="Archana Uday Dange" userId="a2b7b50a-7297-4a82-960b-35987071303d" providerId="ADAL" clId="{E0A95A1D-C48E-4029-8FDE-447EE598611E}" dt="2026-02-06T07:30:25.163" v="1305" actId="1036"/>
        <pc:sldMkLst>
          <pc:docMk/>
          <pc:sldMk cId="4118118489" sldId="268"/>
        </pc:sldMkLst>
        <pc:spChg chg="mod ord">
          <ac:chgData name="Archana Uday Dange" userId="a2b7b50a-7297-4a82-960b-35987071303d" providerId="ADAL" clId="{E0A95A1D-C48E-4029-8FDE-447EE598611E}" dt="2026-02-06T07:30:25.163" v="1305" actId="1036"/>
          <ac:spMkLst>
            <pc:docMk/>
            <pc:sldMk cId="4118118489" sldId="268"/>
            <ac:spMk id="16" creationId="{FB83AFF4-B0ED-A56F-4373-E450A1F562C7}"/>
          </ac:spMkLst>
        </pc:spChg>
        <pc:spChg chg="mod ord">
          <ac:chgData name="Archana Uday Dange" userId="a2b7b50a-7297-4a82-960b-35987071303d" providerId="ADAL" clId="{E0A95A1D-C48E-4029-8FDE-447EE598611E}" dt="2026-02-06T07:30:25.163" v="1305" actId="1036"/>
          <ac:spMkLst>
            <pc:docMk/>
            <pc:sldMk cId="4118118489" sldId="268"/>
            <ac:spMk id="17" creationId="{B1794493-5914-9DED-7C39-DD1497236CB9}"/>
          </ac:spMkLst>
        </pc:spChg>
        <pc:spChg chg="mod ord">
          <ac:chgData name="Archana Uday Dange" userId="a2b7b50a-7297-4a82-960b-35987071303d" providerId="ADAL" clId="{E0A95A1D-C48E-4029-8FDE-447EE598611E}" dt="2026-02-06T07:30:25.163" v="1305" actId="1036"/>
          <ac:spMkLst>
            <pc:docMk/>
            <pc:sldMk cId="4118118489" sldId="268"/>
            <ac:spMk id="18" creationId="{C9A75F3B-E834-A695-2F83-A4312BEEE07F}"/>
          </ac:spMkLst>
        </pc:spChg>
        <pc:picChg chg="mod">
          <ac:chgData name="Archana Uday Dange" userId="a2b7b50a-7297-4a82-960b-35987071303d" providerId="ADAL" clId="{E0A95A1D-C48E-4029-8FDE-447EE598611E}" dt="2026-02-06T07:30:25.163" v="1305" actId="1036"/>
          <ac:picMkLst>
            <pc:docMk/>
            <pc:sldMk cId="4118118489" sldId="268"/>
            <ac:picMk id="2" creationId="{86CC56ED-1B56-0FA3-185A-AAC13BAD6C45}"/>
          </ac:picMkLst>
        </pc:picChg>
      </pc:sldChg>
      <pc:sldChg chg="addSp delSp modSp add mod modClrScheme chgLayout">
        <pc:chgData name="Archana Uday Dange" userId="a2b7b50a-7297-4a82-960b-35987071303d" providerId="ADAL" clId="{E0A95A1D-C48E-4029-8FDE-447EE598611E}" dt="2026-02-10T07:39:14.622" v="2776" actId="21"/>
        <pc:sldMkLst>
          <pc:docMk/>
          <pc:sldMk cId="2753899437" sldId="269"/>
        </pc:sldMkLst>
        <pc:spChg chg="add mod ord">
          <ac:chgData name="Archana Uday Dange" userId="a2b7b50a-7297-4a82-960b-35987071303d" providerId="ADAL" clId="{E0A95A1D-C48E-4029-8FDE-447EE598611E}" dt="2026-02-06T08:21:43.967" v="1825" actId="700"/>
          <ac:spMkLst>
            <pc:docMk/>
            <pc:sldMk cId="2753899437" sldId="269"/>
            <ac:spMk id="2" creationId="{A993919B-D56A-5FE6-70DC-488912E2CF99}"/>
          </ac:spMkLst>
        </pc:spChg>
        <pc:spChg chg="mod ord">
          <ac:chgData name="Archana Uday Dange" userId="a2b7b50a-7297-4a82-960b-35987071303d" providerId="ADAL" clId="{E0A95A1D-C48E-4029-8FDE-447EE598611E}" dt="2026-02-06T08:21:43.967" v="1825" actId="700"/>
          <ac:spMkLst>
            <pc:docMk/>
            <pc:sldMk cId="2753899437" sldId="269"/>
            <ac:spMk id="5" creationId="{17CC0B04-465E-E4D6-E3ED-6D1587B85A68}"/>
          </ac:spMkLst>
        </pc:spChg>
      </pc:sldChg>
      <pc:sldChg chg="addSp delSp modSp add mod modClrScheme chgLayout">
        <pc:chgData name="Archana Uday Dange" userId="a2b7b50a-7297-4a82-960b-35987071303d" providerId="ADAL" clId="{E0A95A1D-C48E-4029-8FDE-447EE598611E}" dt="2026-02-06T09:41:16.378" v="2086" actId="478"/>
        <pc:sldMkLst>
          <pc:docMk/>
          <pc:sldMk cId="980451741" sldId="270"/>
        </pc:sldMkLst>
        <pc:spChg chg="mod ord">
          <ac:chgData name="Archana Uday Dange" userId="a2b7b50a-7297-4a82-960b-35987071303d" providerId="ADAL" clId="{E0A95A1D-C48E-4029-8FDE-447EE598611E}" dt="2026-02-06T08:21:33.404" v="1824" actId="700"/>
          <ac:spMkLst>
            <pc:docMk/>
            <pc:sldMk cId="980451741" sldId="270"/>
            <ac:spMk id="5" creationId="{FF416F72-9C93-ECDE-6A5B-279448034FCC}"/>
          </ac:spMkLst>
        </pc:spChg>
        <pc:grpChg chg="mod">
          <ac:chgData name="Archana Uday Dange" userId="a2b7b50a-7297-4a82-960b-35987071303d" providerId="ADAL" clId="{E0A95A1D-C48E-4029-8FDE-447EE598611E}" dt="2026-02-06T07:50:46.013" v="1648" actId="1036"/>
          <ac:grpSpMkLst>
            <pc:docMk/>
            <pc:sldMk cId="980451741" sldId="270"/>
            <ac:grpSpMk id="2" creationId="{D920C50F-9214-B112-AC93-159D08E90D50}"/>
          </ac:grpSpMkLst>
        </pc:grpChg>
        <pc:picChg chg="mod">
          <ac:chgData name="Archana Uday Dange" userId="a2b7b50a-7297-4a82-960b-35987071303d" providerId="ADAL" clId="{E0A95A1D-C48E-4029-8FDE-447EE598611E}" dt="2026-02-06T07:50:35.539" v="1647" actId="207"/>
          <ac:picMkLst>
            <pc:docMk/>
            <pc:sldMk cId="980451741" sldId="270"/>
            <ac:picMk id="17" creationId="{41A1F666-34E3-19BF-DB82-9B4E1E3F80E8}"/>
          </ac:picMkLst>
        </pc:picChg>
        <pc:picChg chg="mod">
          <ac:chgData name="Archana Uday Dange" userId="a2b7b50a-7297-4a82-960b-35987071303d" providerId="ADAL" clId="{E0A95A1D-C48E-4029-8FDE-447EE598611E}" dt="2026-02-06T07:50:35.539" v="1647" actId="207"/>
          <ac:picMkLst>
            <pc:docMk/>
            <pc:sldMk cId="980451741" sldId="270"/>
            <ac:picMk id="31" creationId="{338445D4-AE6E-FD06-66E5-B13E9587B11B}"/>
          </ac:picMkLst>
        </pc:picChg>
        <pc:picChg chg="mod">
          <ac:chgData name="Archana Uday Dange" userId="a2b7b50a-7297-4a82-960b-35987071303d" providerId="ADAL" clId="{E0A95A1D-C48E-4029-8FDE-447EE598611E}" dt="2026-02-06T07:50:35.539" v="1647" actId="207"/>
          <ac:picMkLst>
            <pc:docMk/>
            <pc:sldMk cId="980451741" sldId="270"/>
            <ac:picMk id="62" creationId="{329C6377-9835-7906-393A-64917753489A}"/>
          </ac:picMkLst>
        </pc:picChg>
        <pc:picChg chg="mod">
          <ac:chgData name="Archana Uday Dange" userId="a2b7b50a-7297-4a82-960b-35987071303d" providerId="ADAL" clId="{E0A95A1D-C48E-4029-8FDE-447EE598611E}" dt="2026-02-06T07:50:35.539" v="1647" actId="207"/>
          <ac:picMkLst>
            <pc:docMk/>
            <pc:sldMk cId="980451741" sldId="270"/>
            <ac:picMk id="69" creationId="{556FD283-7E16-717D-F27B-C7C8BF58472F}"/>
          </ac:picMkLst>
        </pc:picChg>
        <pc:picChg chg="mod">
          <ac:chgData name="Archana Uday Dange" userId="a2b7b50a-7297-4a82-960b-35987071303d" providerId="ADAL" clId="{E0A95A1D-C48E-4029-8FDE-447EE598611E}" dt="2026-02-06T07:50:35.539" v="1647" actId="207"/>
          <ac:picMkLst>
            <pc:docMk/>
            <pc:sldMk cId="980451741" sldId="270"/>
            <ac:picMk id="80" creationId="{791E0757-1AE9-4E29-DA83-E6AE18817919}"/>
          </ac:picMkLst>
        </pc:picChg>
        <pc:picChg chg="mod">
          <ac:chgData name="Archana Uday Dange" userId="a2b7b50a-7297-4a82-960b-35987071303d" providerId="ADAL" clId="{E0A95A1D-C48E-4029-8FDE-447EE598611E}" dt="2026-02-06T07:50:35.539" v="1647" actId="207"/>
          <ac:picMkLst>
            <pc:docMk/>
            <pc:sldMk cId="980451741" sldId="270"/>
            <ac:picMk id="92" creationId="{8C147FB9-B4C3-7723-0F35-DD0BEE8470F8}"/>
          </ac:picMkLst>
        </pc:picChg>
        <pc:picChg chg="mod">
          <ac:chgData name="Archana Uday Dange" userId="a2b7b50a-7297-4a82-960b-35987071303d" providerId="ADAL" clId="{E0A95A1D-C48E-4029-8FDE-447EE598611E}" dt="2026-02-06T07:50:35.539" v="1647" actId="207"/>
          <ac:picMkLst>
            <pc:docMk/>
            <pc:sldMk cId="980451741" sldId="270"/>
            <ac:picMk id="97" creationId="{E32BD9A4-FB4D-93AF-9661-2DDC2F676E7D}"/>
          </ac:picMkLst>
        </pc:picChg>
        <pc:picChg chg="mod">
          <ac:chgData name="Archana Uday Dange" userId="a2b7b50a-7297-4a82-960b-35987071303d" providerId="ADAL" clId="{E0A95A1D-C48E-4029-8FDE-447EE598611E}" dt="2026-02-06T07:50:35.539" v="1647" actId="207"/>
          <ac:picMkLst>
            <pc:docMk/>
            <pc:sldMk cId="980451741" sldId="270"/>
            <ac:picMk id="104" creationId="{814B1E61-00E7-910C-454F-F32AD9DC7D45}"/>
          </ac:picMkLst>
        </pc:picChg>
        <pc:picChg chg="mod">
          <ac:chgData name="Archana Uday Dange" userId="a2b7b50a-7297-4a82-960b-35987071303d" providerId="ADAL" clId="{E0A95A1D-C48E-4029-8FDE-447EE598611E}" dt="2026-02-06T07:50:35.539" v="1647" actId="207"/>
          <ac:picMkLst>
            <pc:docMk/>
            <pc:sldMk cId="980451741" sldId="270"/>
            <ac:picMk id="105" creationId="{53E62D48-7DEE-639A-1555-326CF0DB1D80}"/>
          </ac:picMkLst>
        </pc:picChg>
        <pc:picChg chg="mod">
          <ac:chgData name="Archana Uday Dange" userId="a2b7b50a-7297-4a82-960b-35987071303d" providerId="ADAL" clId="{E0A95A1D-C48E-4029-8FDE-447EE598611E}" dt="2026-02-06T07:50:35.539" v="1647" actId="207"/>
          <ac:picMkLst>
            <pc:docMk/>
            <pc:sldMk cId="980451741" sldId="270"/>
            <ac:picMk id="109" creationId="{405F049B-3B57-741C-17A4-1364DE7CDC20}"/>
          </ac:picMkLst>
        </pc:picChg>
      </pc:sldChg>
      <pc:sldChg chg="modSp add mod modClrScheme chgLayout">
        <pc:chgData name="Archana Uday Dange" userId="a2b7b50a-7297-4a82-960b-35987071303d" providerId="ADAL" clId="{E0A95A1D-C48E-4029-8FDE-447EE598611E}" dt="2026-02-06T08:21:33.404" v="1824" actId="700"/>
        <pc:sldMkLst>
          <pc:docMk/>
          <pc:sldMk cId="4174954390" sldId="271"/>
        </pc:sldMkLst>
        <pc:spChg chg="mod ord">
          <ac:chgData name="Archana Uday Dange" userId="a2b7b50a-7297-4a82-960b-35987071303d" providerId="ADAL" clId="{E0A95A1D-C48E-4029-8FDE-447EE598611E}" dt="2026-02-06T08:21:33.404" v="1824" actId="700"/>
          <ac:spMkLst>
            <pc:docMk/>
            <pc:sldMk cId="4174954390" sldId="271"/>
            <ac:spMk id="5" creationId="{8D99BDD5-2D5A-FC20-0D12-77B05E218A9C}"/>
          </ac:spMkLst>
        </pc:spChg>
      </pc:sldChg>
      <pc:sldChg chg="addSp delSp modSp add mod modClrScheme chgLayout">
        <pc:chgData name="Archana Uday Dange" userId="a2b7b50a-7297-4a82-960b-35987071303d" providerId="ADAL" clId="{E0A95A1D-C48E-4029-8FDE-447EE598611E}" dt="2026-02-17T12:55:24.226" v="3226" actId="207"/>
        <pc:sldMkLst>
          <pc:docMk/>
          <pc:sldMk cId="416687703" sldId="272"/>
        </pc:sldMkLst>
        <pc:spChg chg="add mod ord">
          <ac:chgData name="Archana Uday Dange" userId="a2b7b50a-7297-4a82-960b-35987071303d" providerId="ADAL" clId="{E0A95A1D-C48E-4029-8FDE-447EE598611E}" dt="2026-02-06T08:21:46.959" v="1826" actId="700"/>
          <ac:spMkLst>
            <pc:docMk/>
            <pc:sldMk cId="416687703" sldId="272"/>
            <ac:spMk id="3" creationId="{D82B6905-18C0-6E05-6605-6743C792AB3E}"/>
          </ac:spMkLst>
        </pc:spChg>
        <pc:spChg chg="mod ord">
          <ac:chgData name="Archana Uday Dange" userId="a2b7b50a-7297-4a82-960b-35987071303d" providerId="ADAL" clId="{E0A95A1D-C48E-4029-8FDE-447EE598611E}" dt="2026-02-17T12:55:24.226" v="3226" actId="207"/>
          <ac:spMkLst>
            <pc:docMk/>
            <pc:sldMk cId="416687703" sldId="272"/>
            <ac:spMk id="5" creationId="{DEB22CAA-CCC3-FB60-ABD8-3D1DD8A5F273}"/>
          </ac:spMkLst>
        </pc:spChg>
      </pc:sldChg>
      <pc:sldChg chg="addSp modSp add mod modClrScheme chgLayout">
        <pc:chgData name="Archana Uday Dange" userId="a2b7b50a-7297-4a82-960b-35987071303d" providerId="ADAL" clId="{E0A95A1D-C48E-4029-8FDE-447EE598611E}" dt="2026-02-06T08:25:06.823" v="1827" actId="700"/>
        <pc:sldMkLst>
          <pc:docMk/>
          <pc:sldMk cId="68891372" sldId="273"/>
        </pc:sldMkLst>
        <pc:spChg chg="add mod ord">
          <ac:chgData name="Archana Uday Dange" userId="a2b7b50a-7297-4a82-960b-35987071303d" providerId="ADAL" clId="{E0A95A1D-C48E-4029-8FDE-447EE598611E}" dt="2026-02-06T08:25:06.823" v="1827" actId="700"/>
          <ac:spMkLst>
            <pc:docMk/>
            <pc:sldMk cId="68891372" sldId="273"/>
            <ac:spMk id="2" creationId="{86D346AE-CFCD-3C77-EE10-5D0D4D6CC28B}"/>
          </ac:spMkLst>
        </pc:spChg>
        <pc:spChg chg="mod ord">
          <ac:chgData name="Archana Uday Dange" userId="a2b7b50a-7297-4a82-960b-35987071303d" providerId="ADAL" clId="{E0A95A1D-C48E-4029-8FDE-447EE598611E}" dt="2026-02-06T08:25:06.823" v="1827" actId="700"/>
          <ac:spMkLst>
            <pc:docMk/>
            <pc:sldMk cId="68891372" sldId="273"/>
            <ac:spMk id="5" creationId="{6008BA2C-BC58-3F55-6033-4334F8F18F0B}"/>
          </ac:spMkLst>
        </pc:spChg>
      </pc:sldChg>
      <pc:sldChg chg="addSp delSp modSp add mod modClrScheme chgLayout">
        <pc:chgData name="Archana Uday Dange" userId="a2b7b50a-7297-4a82-960b-35987071303d" providerId="ADAL" clId="{E0A95A1D-C48E-4029-8FDE-447EE598611E}" dt="2026-02-09T09:20:53.481" v="2597" actId="6549"/>
        <pc:sldMkLst>
          <pc:docMk/>
          <pc:sldMk cId="3192550566" sldId="274"/>
        </pc:sldMkLst>
        <pc:spChg chg="add mod ord">
          <ac:chgData name="Archana Uday Dange" userId="a2b7b50a-7297-4a82-960b-35987071303d" providerId="ADAL" clId="{E0A95A1D-C48E-4029-8FDE-447EE598611E}" dt="2026-02-09T09:20:53.481" v="2597" actId="6549"/>
          <ac:spMkLst>
            <pc:docMk/>
            <pc:sldMk cId="3192550566" sldId="274"/>
            <ac:spMk id="3" creationId="{828239C8-E61F-C028-1E1A-12D376CEBDCA}"/>
          </ac:spMkLst>
        </pc:spChg>
        <pc:spChg chg="add mod ord">
          <ac:chgData name="Archana Uday Dange" userId="a2b7b50a-7297-4a82-960b-35987071303d" providerId="ADAL" clId="{E0A95A1D-C48E-4029-8FDE-447EE598611E}" dt="2026-02-09T09:17:38.619" v="2566" actId="207"/>
          <ac:spMkLst>
            <pc:docMk/>
            <pc:sldMk cId="3192550566" sldId="274"/>
            <ac:spMk id="4" creationId="{3EE137C2-7A87-368E-1BC6-4EC846B4BF51}"/>
          </ac:spMkLst>
        </pc:spChg>
        <pc:spChg chg="mod ord">
          <ac:chgData name="Archana Uday Dange" userId="a2b7b50a-7297-4a82-960b-35987071303d" providerId="ADAL" clId="{E0A95A1D-C48E-4029-8FDE-447EE598611E}" dt="2026-02-06T08:36:20.533" v="1947" actId="700"/>
          <ac:spMkLst>
            <pc:docMk/>
            <pc:sldMk cId="3192550566" sldId="274"/>
            <ac:spMk id="5" creationId="{5DCA617E-C1E4-1509-CE35-984CC55A6E92}"/>
          </ac:spMkLst>
        </pc:spChg>
        <pc:spChg chg="add mod ord">
          <ac:chgData name="Archana Uday Dange" userId="a2b7b50a-7297-4a82-960b-35987071303d" providerId="ADAL" clId="{E0A95A1D-C48E-4029-8FDE-447EE598611E}" dt="2026-02-06T08:40:49.740" v="1995"/>
          <ac:spMkLst>
            <pc:docMk/>
            <pc:sldMk cId="3192550566" sldId="274"/>
            <ac:spMk id="6" creationId="{546BEE36-6C3B-558D-F369-6DED6CC99652}"/>
          </ac:spMkLst>
        </pc:spChg>
        <pc:spChg chg="add mod ord">
          <ac:chgData name="Archana Uday Dange" userId="a2b7b50a-7297-4a82-960b-35987071303d" providerId="ADAL" clId="{E0A95A1D-C48E-4029-8FDE-447EE598611E}" dt="2026-02-06T08:40:50.689" v="1996"/>
          <ac:spMkLst>
            <pc:docMk/>
            <pc:sldMk cId="3192550566" sldId="274"/>
            <ac:spMk id="7" creationId="{853D816A-18E1-DD90-9A64-6323E0DAAB07}"/>
          </ac:spMkLst>
        </pc:spChg>
      </pc:sldChg>
      <pc:sldChg chg="addSp delSp modSp add mod modClrScheme chgLayout">
        <pc:chgData name="Archana Uday Dange" userId="a2b7b50a-7297-4a82-960b-35987071303d" providerId="ADAL" clId="{E0A95A1D-C48E-4029-8FDE-447EE598611E}" dt="2026-02-10T07:38:33.752" v="2771" actId="478"/>
        <pc:sldMkLst>
          <pc:docMk/>
          <pc:sldMk cId="3727301438" sldId="275"/>
        </pc:sldMkLst>
        <pc:spChg chg="add mod ord">
          <ac:chgData name="Archana Uday Dange" userId="a2b7b50a-7297-4a82-960b-35987071303d" providerId="ADAL" clId="{E0A95A1D-C48E-4029-8FDE-447EE598611E}" dt="2026-02-06T08:40:34.101" v="1994" actId="20577"/>
          <ac:spMkLst>
            <pc:docMk/>
            <pc:sldMk cId="3727301438" sldId="275"/>
            <ac:spMk id="3" creationId="{BB761BC6-682B-18AC-02C7-5AD800A9A1E6}"/>
          </ac:spMkLst>
        </pc:spChg>
        <pc:spChg chg="mod ord">
          <ac:chgData name="Archana Uday Dange" userId="a2b7b50a-7297-4a82-960b-35987071303d" providerId="ADAL" clId="{E0A95A1D-C48E-4029-8FDE-447EE598611E}" dt="2026-02-09T09:15:52.996" v="2526" actId="1076"/>
          <ac:spMkLst>
            <pc:docMk/>
            <pc:sldMk cId="3727301438" sldId="275"/>
            <ac:spMk id="5" creationId="{3C37C1D6-497E-9C9E-5E2D-A2C4BFD2FDBA}"/>
          </ac:spMkLst>
        </pc:spChg>
      </pc:sldChg>
      <pc:sldChg chg="addSp delSp modSp add mod modClrScheme chgLayout">
        <pc:chgData name="Archana Uday Dange" userId="a2b7b50a-7297-4a82-960b-35987071303d" providerId="ADAL" clId="{E0A95A1D-C48E-4029-8FDE-447EE598611E}" dt="2026-02-06T10:00:23.167" v="2346" actId="931"/>
        <pc:sldMkLst>
          <pc:docMk/>
          <pc:sldMk cId="4265628716" sldId="276"/>
        </pc:sldMkLst>
        <pc:spChg chg="add del mod ord">
          <ac:chgData name="Archana Uday Dange" userId="a2b7b50a-7297-4a82-960b-35987071303d" providerId="ADAL" clId="{E0A95A1D-C48E-4029-8FDE-447EE598611E}" dt="2026-02-06T10:00:23.167" v="2346" actId="931"/>
          <ac:spMkLst>
            <pc:docMk/>
            <pc:sldMk cId="4265628716" sldId="276"/>
            <ac:spMk id="3" creationId="{22A07CE1-8F82-D38B-72ED-7D27B4561792}"/>
          </ac:spMkLst>
        </pc:spChg>
        <pc:spChg chg="mod ord">
          <ac:chgData name="Archana Uday Dange" userId="a2b7b50a-7297-4a82-960b-35987071303d" providerId="ADAL" clId="{E0A95A1D-C48E-4029-8FDE-447EE598611E}" dt="2026-02-06T08:36:34.832" v="1949" actId="700"/>
          <ac:spMkLst>
            <pc:docMk/>
            <pc:sldMk cId="4265628716" sldId="276"/>
            <ac:spMk id="5" creationId="{70A97097-ABF5-57F8-F53A-E5EA3B8389E9}"/>
          </ac:spMkLst>
        </pc:spChg>
        <pc:spChg chg="add mod ord">
          <ac:chgData name="Archana Uday Dange" userId="a2b7b50a-7297-4a82-960b-35987071303d" providerId="ADAL" clId="{E0A95A1D-C48E-4029-8FDE-447EE598611E}" dt="2026-02-06T08:36:34.832" v="1949" actId="700"/>
          <ac:spMkLst>
            <pc:docMk/>
            <pc:sldMk cId="4265628716" sldId="276"/>
            <ac:spMk id="6" creationId="{630C7340-D50E-1F99-1B6C-58F9B5362151}"/>
          </ac:spMkLst>
        </pc:spChg>
        <pc:spChg chg="add mod ord">
          <ac:chgData name="Archana Uday Dange" userId="a2b7b50a-7297-4a82-960b-35987071303d" providerId="ADAL" clId="{E0A95A1D-C48E-4029-8FDE-447EE598611E}" dt="2026-02-06T08:36:34.832" v="1949" actId="700"/>
          <ac:spMkLst>
            <pc:docMk/>
            <pc:sldMk cId="4265628716" sldId="276"/>
            <ac:spMk id="7" creationId="{40057670-98CD-40EF-2318-D575F4C14F91}"/>
          </ac:spMkLst>
        </pc:spChg>
        <pc:spChg chg="add mod ord">
          <ac:chgData name="Archana Uday Dange" userId="a2b7b50a-7297-4a82-960b-35987071303d" providerId="ADAL" clId="{E0A95A1D-C48E-4029-8FDE-447EE598611E}" dt="2026-02-06T08:37:42.240" v="1959"/>
          <ac:spMkLst>
            <pc:docMk/>
            <pc:sldMk cId="4265628716" sldId="276"/>
            <ac:spMk id="8" creationId="{694CD58D-0A08-A22D-3027-4DFF9A8CFB99}"/>
          </ac:spMkLst>
        </pc:spChg>
        <pc:spChg chg="add mod ord">
          <ac:chgData name="Archana Uday Dange" userId="a2b7b50a-7297-4a82-960b-35987071303d" providerId="ADAL" clId="{E0A95A1D-C48E-4029-8FDE-447EE598611E}" dt="2026-02-06T08:37:43.468" v="1960"/>
          <ac:spMkLst>
            <pc:docMk/>
            <pc:sldMk cId="4265628716" sldId="276"/>
            <ac:spMk id="9" creationId="{AAE27AF6-BE63-5189-55BE-387615AB2C0D}"/>
          </ac:spMkLst>
        </pc:spChg>
        <pc:spChg chg="add mod ord">
          <ac:chgData name="Archana Uday Dange" userId="a2b7b50a-7297-4a82-960b-35987071303d" providerId="ADAL" clId="{E0A95A1D-C48E-4029-8FDE-447EE598611E}" dt="2026-02-06T08:37:44.192" v="1961"/>
          <ac:spMkLst>
            <pc:docMk/>
            <pc:sldMk cId="4265628716" sldId="276"/>
            <ac:spMk id="10" creationId="{180F371D-DF13-AB56-26C6-51E8F4F0BE48}"/>
          </ac:spMkLst>
        </pc:spChg>
        <pc:spChg chg="mod">
          <ac:chgData name="Archana Uday Dange" userId="a2b7b50a-7297-4a82-960b-35987071303d" providerId="ADAL" clId="{E0A95A1D-C48E-4029-8FDE-447EE598611E}" dt="2026-02-06T08:38:03.208" v="1972"/>
          <ac:spMkLst>
            <pc:docMk/>
            <pc:sldMk cId="4265628716" sldId="276"/>
            <ac:spMk id="11" creationId="{05D5E982-0BDD-9DC6-2776-605A8AA84D8C}"/>
          </ac:spMkLst>
        </pc:spChg>
        <pc:spChg chg="add mod ord">
          <ac:chgData name="Archana Uday Dange" userId="a2b7b50a-7297-4a82-960b-35987071303d" providerId="ADAL" clId="{E0A95A1D-C48E-4029-8FDE-447EE598611E}" dt="2026-02-06T08:37:56.317" v="1970" actId="3064"/>
          <ac:spMkLst>
            <pc:docMk/>
            <pc:sldMk cId="4265628716" sldId="276"/>
            <ac:spMk id="12" creationId="{B8563A32-2102-6F66-B070-57E86A46CDDB}"/>
          </ac:spMkLst>
        </pc:spChg>
        <pc:spChg chg="add mod ord">
          <ac:chgData name="Archana Uday Dange" userId="a2b7b50a-7297-4a82-960b-35987071303d" providerId="ADAL" clId="{E0A95A1D-C48E-4029-8FDE-447EE598611E}" dt="2026-02-06T08:38:04.760" v="1973"/>
          <ac:spMkLst>
            <pc:docMk/>
            <pc:sldMk cId="4265628716" sldId="276"/>
            <ac:spMk id="13" creationId="{276AEB36-900D-A82C-7925-1CA60A4DAE6D}"/>
          </ac:spMkLst>
        </pc:spChg>
        <pc:spChg chg="mod">
          <ac:chgData name="Archana Uday Dange" userId="a2b7b50a-7297-4a82-960b-35987071303d" providerId="ADAL" clId="{E0A95A1D-C48E-4029-8FDE-447EE598611E}" dt="2026-02-06T08:38:05.820" v="1974"/>
          <ac:spMkLst>
            <pc:docMk/>
            <pc:sldMk cId="4265628716" sldId="276"/>
            <ac:spMk id="14" creationId="{B645E7F5-C676-F0CC-2D8E-8904B13A65DA}"/>
          </ac:spMkLst>
        </pc:spChg>
        <pc:spChg chg="add mod ord">
          <ac:chgData name="Archana Uday Dange" userId="a2b7b50a-7297-4a82-960b-35987071303d" providerId="ADAL" clId="{E0A95A1D-C48E-4029-8FDE-447EE598611E}" dt="2026-02-06T08:37:37.967" v="1958" actId="6549"/>
          <ac:spMkLst>
            <pc:docMk/>
            <pc:sldMk cId="4265628716" sldId="276"/>
            <ac:spMk id="15" creationId="{DBE78F77-43E8-F1F9-092B-DC0F481F359A}"/>
          </ac:spMkLst>
        </pc:spChg>
      </pc:sldChg>
      <pc:sldChg chg="addSp delSp modSp add mod modClrScheme chgLayout">
        <pc:chgData name="Archana Uday Dange" userId="a2b7b50a-7297-4a82-960b-35987071303d" providerId="ADAL" clId="{E0A95A1D-C48E-4029-8FDE-447EE598611E}" dt="2026-02-06T09:43:43.150" v="2115" actId="1076"/>
        <pc:sldMkLst>
          <pc:docMk/>
          <pc:sldMk cId="763341429" sldId="277"/>
        </pc:sldMkLst>
        <pc:spChg chg="mod ord">
          <ac:chgData name="Archana Uday Dange" userId="a2b7b50a-7297-4a82-960b-35987071303d" providerId="ADAL" clId="{E0A95A1D-C48E-4029-8FDE-447EE598611E}" dt="2026-02-06T08:43:45.692" v="2045" actId="20577"/>
          <ac:spMkLst>
            <pc:docMk/>
            <pc:sldMk cId="763341429" sldId="277"/>
            <ac:spMk id="5" creationId="{A76C3411-FC12-AEEA-0DA2-DEBCE2F6F35D}"/>
          </ac:spMkLst>
        </pc:spChg>
        <pc:graphicFrameChg chg="add mod">
          <ac:chgData name="Archana Uday Dange" userId="a2b7b50a-7297-4a82-960b-35987071303d" providerId="ADAL" clId="{E0A95A1D-C48E-4029-8FDE-447EE598611E}" dt="2026-02-06T09:43:43.150" v="2115" actId="1076"/>
          <ac:graphicFrameMkLst>
            <pc:docMk/>
            <pc:sldMk cId="763341429" sldId="277"/>
            <ac:graphicFrameMk id="33" creationId="{32D368E8-7889-621D-D53C-BB1D524995E7}"/>
          </ac:graphicFrameMkLst>
        </pc:graphicFrameChg>
        <pc:graphicFrameChg chg="add mod">
          <ac:chgData name="Archana Uday Dange" userId="a2b7b50a-7297-4a82-960b-35987071303d" providerId="ADAL" clId="{E0A95A1D-C48E-4029-8FDE-447EE598611E}" dt="2026-02-06T09:43:00.912" v="2106" actId="1076"/>
          <ac:graphicFrameMkLst>
            <pc:docMk/>
            <pc:sldMk cId="763341429" sldId="277"/>
            <ac:graphicFrameMk id="35" creationId="{48EAC24C-A4A3-BB2A-01B6-58F9B8BD7BAA}"/>
          </ac:graphicFrameMkLst>
        </pc:graphicFrameChg>
      </pc:sldChg>
      <pc:sldChg chg="addSp modSp add mod">
        <pc:chgData name="Archana Uday Dange" userId="a2b7b50a-7297-4a82-960b-35987071303d" providerId="ADAL" clId="{E0A95A1D-C48E-4029-8FDE-447EE598611E}" dt="2026-02-09T05:15:39.401" v="2482" actId="20577"/>
        <pc:sldMkLst>
          <pc:docMk/>
          <pc:sldMk cId="918598521" sldId="278"/>
        </pc:sldMkLst>
        <pc:spChg chg="mod">
          <ac:chgData name="Archana Uday Dange" userId="a2b7b50a-7297-4a82-960b-35987071303d" providerId="ADAL" clId="{E0A95A1D-C48E-4029-8FDE-447EE598611E}" dt="2026-02-09T05:15:39.401" v="2482" actId="20577"/>
          <ac:spMkLst>
            <pc:docMk/>
            <pc:sldMk cId="918598521" sldId="278"/>
            <ac:spMk id="5" creationId="{469F58C3-1105-5718-4E48-9580D45BDDDE}"/>
          </ac:spMkLst>
        </pc:spChg>
        <pc:graphicFrameChg chg="add mod modGraphic">
          <ac:chgData name="Archana Uday Dange" userId="a2b7b50a-7297-4a82-960b-35987071303d" providerId="ADAL" clId="{E0A95A1D-C48E-4029-8FDE-447EE598611E}" dt="2026-02-06T09:59:54.517" v="2344" actId="207"/>
          <ac:graphicFrameMkLst>
            <pc:docMk/>
            <pc:sldMk cId="918598521" sldId="278"/>
            <ac:graphicFrameMk id="2" creationId="{5FA0A269-8253-525F-5752-DC71F3959291}"/>
          </ac:graphicFrameMkLst>
        </pc:graphicFrameChg>
        <pc:graphicFrameChg chg="add mod modGraphic">
          <ac:chgData name="Archana Uday Dange" userId="a2b7b50a-7297-4a82-960b-35987071303d" providerId="ADAL" clId="{E0A95A1D-C48E-4029-8FDE-447EE598611E}" dt="2026-02-06T09:55:55.764" v="2309" actId="554"/>
          <ac:graphicFrameMkLst>
            <pc:docMk/>
            <pc:sldMk cId="918598521" sldId="278"/>
            <ac:graphicFrameMk id="3" creationId="{9529B844-F0DF-5CB3-EAB9-9334F5FF8FEB}"/>
          </ac:graphicFrameMkLst>
        </pc:graphicFrameChg>
        <pc:graphicFrameChg chg="add mod modGraphic">
          <ac:chgData name="Archana Uday Dange" userId="a2b7b50a-7297-4a82-960b-35987071303d" providerId="ADAL" clId="{E0A95A1D-C48E-4029-8FDE-447EE598611E}" dt="2026-02-06T09:55:50.370" v="2308" actId="554"/>
          <ac:graphicFrameMkLst>
            <pc:docMk/>
            <pc:sldMk cId="918598521" sldId="278"/>
            <ac:graphicFrameMk id="4" creationId="{68AB6B20-7CD6-FD00-B8D3-B5C7BE4AADB7}"/>
          </ac:graphicFrameMkLst>
        </pc:graphicFrameChg>
        <pc:graphicFrameChg chg="add mod modGraphic">
          <ac:chgData name="Archana Uday Dange" userId="a2b7b50a-7297-4a82-960b-35987071303d" providerId="ADAL" clId="{E0A95A1D-C48E-4029-8FDE-447EE598611E}" dt="2026-02-06T09:55:55.764" v="2309" actId="554"/>
          <ac:graphicFrameMkLst>
            <pc:docMk/>
            <pc:sldMk cId="918598521" sldId="278"/>
            <ac:graphicFrameMk id="6" creationId="{33176DAA-AD8E-8376-834A-6CDA391F6BE7}"/>
          </ac:graphicFrameMkLst>
        </pc:graphicFrameChg>
      </pc:sldChg>
      <pc:sldChg chg="addSp delSp modSp add mod">
        <pc:chgData name="Archana Uday Dange" userId="a2b7b50a-7297-4a82-960b-35987071303d" providerId="ADAL" clId="{E0A95A1D-C48E-4029-8FDE-447EE598611E}" dt="2026-02-10T07:35:29.895" v="2745" actId="1076"/>
        <pc:sldMkLst>
          <pc:docMk/>
          <pc:sldMk cId="2085146967" sldId="279"/>
        </pc:sldMkLst>
        <pc:spChg chg="mod">
          <ac:chgData name="Archana Uday Dange" userId="a2b7b50a-7297-4a82-960b-35987071303d" providerId="ADAL" clId="{E0A95A1D-C48E-4029-8FDE-447EE598611E}" dt="2026-02-09T05:15:47.476" v="2496" actId="20577"/>
          <ac:spMkLst>
            <pc:docMk/>
            <pc:sldMk cId="2085146967" sldId="279"/>
            <ac:spMk id="5" creationId="{25C613FF-5FCC-6F10-3003-E166A8FA0D37}"/>
          </ac:spMkLst>
        </pc:spChg>
        <pc:spChg chg="add mod ord">
          <ac:chgData name="Archana Uday Dange" userId="a2b7b50a-7297-4a82-960b-35987071303d" providerId="ADAL" clId="{E0A95A1D-C48E-4029-8FDE-447EE598611E}" dt="2026-02-10T07:28:36.755" v="2670" actId="2085"/>
          <ac:spMkLst>
            <pc:docMk/>
            <pc:sldMk cId="2085146967" sldId="279"/>
            <ac:spMk id="10" creationId="{0743A816-DA24-8ABE-DD8D-975610C11882}"/>
          </ac:spMkLst>
        </pc:spChg>
        <pc:spChg chg="add mod ord">
          <ac:chgData name="Archana Uday Dange" userId="a2b7b50a-7297-4a82-960b-35987071303d" providerId="ADAL" clId="{E0A95A1D-C48E-4029-8FDE-447EE598611E}" dt="2026-02-10T07:34:49.696" v="2732" actId="207"/>
          <ac:spMkLst>
            <pc:docMk/>
            <pc:sldMk cId="2085146967" sldId="279"/>
            <ac:spMk id="13" creationId="{69FF1CBB-E37C-5424-44C0-3A3A48A8FCCE}"/>
          </ac:spMkLst>
        </pc:spChg>
        <pc:graphicFrameChg chg="add mod modGraphic">
          <ac:chgData name="Archana Uday Dange" userId="a2b7b50a-7297-4a82-960b-35987071303d" providerId="ADAL" clId="{E0A95A1D-C48E-4029-8FDE-447EE598611E}" dt="2026-02-10T07:29:42.128" v="2680" actId="1076"/>
          <ac:graphicFrameMkLst>
            <pc:docMk/>
            <pc:sldMk cId="2085146967" sldId="279"/>
            <ac:graphicFrameMk id="9" creationId="{1E8F176F-252F-2182-E3DD-1856CB169888}"/>
          </ac:graphicFrameMkLst>
        </pc:graphicFrameChg>
        <pc:graphicFrameChg chg="add mod">
          <ac:chgData name="Archana Uday Dange" userId="a2b7b50a-7297-4a82-960b-35987071303d" providerId="ADAL" clId="{E0A95A1D-C48E-4029-8FDE-447EE598611E}" dt="2026-02-10T07:35:29.895" v="2745" actId="1076"/>
          <ac:graphicFrameMkLst>
            <pc:docMk/>
            <pc:sldMk cId="2085146967" sldId="279"/>
            <ac:graphicFrameMk id="12" creationId="{EFEE43EE-DA92-5691-0C2B-7A1530DF644F}"/>
          </ac:graphicFrameMkLst>
        </pc:graphicFrameChg>
      </pc:sldChg>
      <pc:sldChg chg="addSp delSp modSp add mod modClrScheme chgLayout">
        <pc:chgData name="Archana Uday Dange" userId="a2b7b50a-7297-4a82-960b-35987071303d" providerId="ADAL" clId="{E0A95A1D-C48E-4029-8FDE-447EE598611E}" dt="2026-02-17T12:59:23.540" v="3250" actId="700"/>
        <pc:sldMkLst>
          <pc:docMk/>
          <pc:sldMk cId="1265560843" sldId="280"/>
        </pc:sldMkLst>
        <pc:spChg chg="mod ord">
          <ac:chgData name="Archana Uday Dange" userId="a2b7b50a-7297-4a82-960b-35987071303d" providerId="ADAL" clId="{E0A95A1D-C48E-4029-8FDE-447EE598611E}" dt="2026-02-17T12:59:23.540" v="3250" actId="700"/>
          <ac:spMkLst>
            <pc:docMk/>
            <pc:sldMk cId="1265560843" sldId="280"/>
            <ac:spMk id="3" creationId="{706E7C04-0346-98D0-F8F8-57BAB79DC5FC}"/>
          </ac:spMkLst>
        </pc:spChg>
        <pc:spChg chg="mod ord">
          <ac:chgData name="Archana Uday Dange" userId="a2b7b50a-7297-4a82-960b-35987071303d" providerId="ADAL" clId="{E0A95A1D-C48E-4029-8FDE-447EE598611E}" dt="2026-02-17T12:59:23.540" v="3250" actId="700"/>
          <ac:spMkLst>
            <pc:docMk/>
            <pc:sldMk cId="1265560843" sldId="280"/>
            <ac:spMk id="5" creationId="{73591EC2-86D8-1D85-8318-5615199FC72B}"/>
          </ac:spMkLst>
        </pc:spChg>
      </pc:sldChg>
      <pc:sldChg chg="addSp delSp modSp add mod ord modClrScheme chgLayout">
        <pc:chgData name="Archana Uday Dange" userId="a2b7b50a-7297-4a82-960b-35987071303d" providerId="ADAL" clId="{E0A95A1D-C48E-4029-8FDE-447EE598611E}" dt="2026-02-17T11:13:19.720" v="3209" actId="207"/>
        <pc:sldMkLst>
          <pc:docMk/>
          <pc:sldMk cId="2128972256" sldId="281"/>
        </pc:sldMkLst>
        <pc:spChg chg="add mod">
          <ac:chgData name="Archana Uday Dange" userId="a2b7b50a-7297-4a82-960b-35987071303d" providerId="ADAL" clId="{E0A95A1D-C48E-4029-8FDE-447EE598611E}" dt="2026-02-06T13:12:13.902" v="2463" actId="403"/>
          <ac:spMkLst>
            <pc:docMk/>
            <pc:sldMk cId="2128972256" sldId="281"/>
            <ac:spMk id="2" creationId="{DD9A27FD-F306-CA25-68A9-1F080AEE77EE}"/>
          </ac:spMkLst>
        </pc:spChg>
        <pc:spChg chg="add mod">
          <ac:chgData name="Archana Uday Dange" userId="a2b7b50a-7297-4a82-960b-35987071303d" providerId="ADAL" clId="{E0A95A1D-C48E-4029-8FDE-447EE598611E}" dt="2026-02-17T11:13:19.720" v="3209" actId="207"/>
          <ac:spMkLst>
            <pc:docMk/>
            <pc:sldMk cId="2128972256" sldId="281"/>
            <ac:spMk id="3" creationId="{442CA3D2-C575-8072-F50C-67B7A6639CBC}"/>
          </ac:spMkLst>
        </pc:spChg>
      </pc:sldChg>
      <pc:sldChg chg="modSp add mod modClrScheme chgLayout">
        <pc:chgData name="Archana Uday Dange" userId="a2b7b50a-7297-4a82-960b-35987071303d" providerId="ADAL" clId="{E0A95A1D-C48E-4029-8FDE-447EE598611E}" dt="2026-02-17T11:13:32.829" v="3210" actId="207"/>
        <pc:sldMkLst>
          <pc:docMk/>
          <pc:sldMk cId="2986813236" sldId="283"/>
        </pc:sldMkLst>
        <pc:spChg chg="mod">
          <ac:chgData name="Archana Uday Dange" userId="a2b7b50a-7297-4a82-960b-35987071303d" providerId="ADAL" clId="{E0A95A1D-C48E-4029-8FDE-447EE598611E}" dt="2026-02-06T13:11:52.753" v="2457" actId="404"/>
          <ac:spMkLst>
            <pc:docMk/>
            <pc:sldMk cId="2986813236" sldId="283"/>
            <ac:spMk id="2" creationId="{4BC53F74-B828-974D-0999-DBB8B9E2E433}"/>
          </ac:spMkLst>
        </pc:spChg>
        <pc:spChg chg="mod">
          <ac:chgData name="Archana Uday Dange" userId="a2b7b50a-7297-4a82-960b-35987071303d" providerId="ADAL" clId="{E0A95A1D-C48E-4029-8FDE-447EE598611E}" dt="2026-02-17T11:13:32.829" v="3210" actId="207"/>
          <ac:spMkLst>
            <pc:docMk/>
            <pc:sldMk cId="2986813236" sldId="283"/>
            <ac:spMk id="3" creationId="{02DB29F7-7597-8443-210E-B53ED15D22F4}"/>
          </ac:spMkLst>
        </pc:spChg>
      </pc:sldChg>
      <pc:sldChg chg="addSp delSp modSp add mod ord">
        <pc:chgData name="Archana Uday Dange" userId="a2b7b50a-7297-4a82-960b-35987071303d" providerId="ADAL" clId="{E0A95A1D-C48E-4029-8FDE-447EE598611E}" dt="2026-02-09T09:08:10.328" v="2520" actId="20577"/>
        <pc:sldMkLst>
          <pc:docMk/>
          <pc:sldMk cId="4059456370" sldId="284"/>
        </pc:sldMkLst>
        <pc:spChg chg="mod">
          <ac:chgData name="Archana Uday Dange" userId="a2b7b50a-7297-4a82-960b-35987071303d" providerId="ADAL" clId="{E0A95A1D-C48E-4029-8FDE-447EE598611E}" dt="2026-02-09T09:08:10.328" v="2520" actId="20577"/>
          <ac:spMkLst>
            <pc:docMk/>
            <pc:sldMk cId="4059456370" sldId="284"/>
            <ac:spMk id="5" creationId="{96C4133F-05ED-D58B-3FA7-F554A0D4BCD6}"/>
          </ac:spMkLst>
        </pc:spChg>
        <pc:picChg chg="add mod">
          <ac:chgData name="Archana Uday Dange" userId="a2b7b50a-7297-4a82-960b-35987071303d" providerId="ADAL" clId="{E0A95A1D-C48E-4029-8FDE-447EE598611E}" dt="2026-02-09T05:15:31.300" v="2468" actId="1076"/>
          <ac:picMkLst>
            <pc:docMk/>
            <pc:sldMk cId="4059456370" sldId="284"/>
            <ac:picMk id="6" creationId="{9C1237A7-21E1-0C62-C273-05DDD5E6B75D}"/>
          </ac:picMkLst>
        </pc:picChg>
      </pc:sldChg>
      <pc:sldChg chg="addSp delSp modSp add mod">
        <pc:chgData name="Archana Uday Dange" userId="a2b7b50a-7297-4a82-960b-35987071303d" providerId="ADAL" clId="{E0A95A1D-C48E-4029-8FDE-447EE598611E}" dt="2026-02-10T09:18:09.993" v="2825" actId="14100"/>
        <pc:sldMkLst>
          <pc:docMk/>
          <pc:sldMk cId="2905999943" sldId="285"/>
        </pc:sldMkLst>
        <pc:spChg chg="mod">
          <ac:chgData name="Archana Uday Dange" userId="a2b7b50a-7297-4a82-960b-35987071303d" providerId="ADAL" clId="{E0A95A1D-C48E-4029-8FDE-447EE598611E}" dt="2026-02-10T09:16:46.031" v="2800" actId="1076"/>
          <ac:spMkLst>
            <pc:docMk/>
            <pc:sldMk cId="2905999943" sldId="285"/>
            <ac:spMk id="5" creationId="{ED3E8881-A9CD-EA08-3A8C-CB5C04E79902}"/>
          </ac:spMkLst>
        </pc:spChg>
        <pc:graphicFrameChg chg="mod">
          <ac:chgData name="Archana Uday Dange" userId="a2b7b50a-7297-4a82-960b-35987071303d" providerId="ADAL" clId="{E0A95A1D-C48E-4029-8FDE-447EE598611E}" dt="2026-02-10T07:41:53.828" v="2781"/>
          <ac:graphicFrameMkLst>
            <pc:docMk/>
            <pc:sldMk cId="2905999943" sldId="285"/>
            <ac:graphicFrameMk id="3" creationId="{9FE94F9C-4F98-6527-1144-EB518172B989}"/>
          </ac:graphicFrameMkLst>
        </pc:graphicFrameChg>
        <pc:graphicFrameChg chg="add mod modGraphic">
          <ac:chgData name="Archana Uday Dange" userId="a2b7b50a-7297-4a82-960b-35987071303d" providerId="ADAL" clId="{E0A95A1D-C48E-4029-8FDE-447EE598611E}" dt="2026-02-10T09:18:09.993" v="2825" actId="14100"/>
          <ac:graphicFrameMkLst>
            <pc:docMk/>
            <pc:sldMk cId="2905999943" sldId="285"/>
            <ac:graphicFrameMk id="6" creationId="{3E41F292-F212-AD86-B08C-321651D5F58B}"/>
          </ac:graphicFrameMkLst>
        </pc:graphicFrameChg>
      </pc:sldChg>
      <pc:sldChg chg="modSp add mod modClrScheme chgLayout">
        <pc:chgData name="Archana Uday Dange" userId="a2b7b50a-7297-4a82-960b-35987071303d" providerId="ADAL" clId="{E0A95A1D-C48E-4029-8FDE-447EE598611E}" dt="2026-02-10T10:18:52.486" v="3039" actId="700"/>
        <pc:sldMkLst>
          <pc:docMk/>
          <pc:sldMk cId="4048738844" sldId="286"/>
        </pc:sldMkLst>
        <pc:spChg chg="mod ord">
          <ac:chgData name="Archana Uday Dange" userId="a2b7b50a-7297-4a82-960b-35987071303d" providerId="ADAL" clId="{E0A95A1D-C48E-4029-8FDE-447EE598611E}" dt="2026-02-10T10:18:52.486" v="3039" actId="700"/>
          <ac:spMkLst>
            <pc:docMk/>
            <pc:sldMk cId="4048738844" sldId="286"/>
            <ac:spMk id="2" creationId="{AFED4CE7-B002-11EC-3F23-1D828B8452CC}"/>
          </ac:spMkLst>
        </pc:spChg>
        <pc:spChg chg="mod ord">
          <ac:chgData name="Archana Uday Dange" userId="a2b7b50a-7297-4a82-960b-35987071303d" providerId="ADAL" clId="{E0A95A1D-C48E-4029-8FDE-447EE598611E}" dt="2026-02-10T10:18:52.486" v="3039" actId="700"/>
          <ac:spMkLst>
            <pc:docMk/>
            <pc:sldMk cId="4048738844" sldId="286"/>
            <ac:spMk id="3" creationId="{13F46AEC-FC29-9130-53F6-89A92930EE0A}"/>
          </ac:spMkLst>
        </pc:spChg>
      </pc:sldChg>
      <pc:sldChg chg="modSp add mod modClrScheme chgLayout">
        <pc:chgData name="Archana Uday Dange" userId="a2b7b50a-7297-4a82-960b-35987071303d" providerId="ADAL" clId="{E0A95A1D-C48E-4029-8FDE-447EE598611E}" dt="2026-02-10T10:18:57.342" v="3040" actId="700"/>
        <pc:sldMkLst>
          <pc:docMk/>
          <pc:sldMk cId="2522942322" sldId="287"/>
        </pc:sldMkLst>
        <pc:spChg chg="mod ord">
          <ac:chgData name="Archana Uday Dange" userId="a2b7b50a-7297-4a82-960b-35987071303d" providerId="ADAL" clId="{E0A95A1D-C48E-4029-8FDE-447EE598611E}" dt="2026-02-10T10:18:57.342" v="3040" actId="700"/>
          <ac:spMkLst>
            <pc:docMk/>
            <pc:sldMk cId="2522942322" sldId="287"/>
            <ac:spMk id="2" creationId="{4B1DF2AF-83AC-603A-D320-122CC45875E2}"/>
          </ac:spMkLst>
        </pc:spChg>
        <pc:spChg chg="mod ord">
          <ac:chgData name="Archana Uday Dange" userId="a2b7b50a-7297-4a82-960b-35987071303d" providerId="ADAL" clId="{E0A95A1D-C48E-4029-8FDE-447EE598611E}" dt="2026-02-10T10:18:57.342" v="3040" actId="700"/>
          <ac:spMkLst>
            <pc:docMk/>
            <pc:sldMk cId="2522942322" sldId="287"/>
            <ac:spMk id="3" creationId="{84EE3B7D-64B8-7DB9-10D7-8EC093B3BDDC}"/>
          </ac:spMkLst>
        </pc:spChg>
      </pc:sldChg>
      <pc:sldChg chg="addSp delSp modSp add mod modClrScheme chgLayout">
        <pc:chgData name="Archana Uday Dange" userId="a2b7b50a-7297-4a82-960b-35987071303d" providerId="ADAL" clId="{E0A95A1D-C48E-4029-8FDE-447EE598611E}" dt="2026-02-18T07:25:57.425" v="3257" actId="21"/>
        <pc:sldMkLst>
          <pc:docMk/>
          <pc:sldMk cId="3225151742" sldId="288"/>
        </pc:sldMkLst>
        <pc:spChg chg="add del mod">
          <ac:chgData name="Archana Uday Dange" userId="a2b7b50a-7297-4a82-960b-35987071303d" providerId="ADAL" clId="{E0A95A1D-C48E-4029-8FDE-447EE598611E}" dt="2026-02-18T07:25:57.425" v="3257" actId="21"/>
          <ac:spMkLst>
            <pc:docMk/>
            <pc:sldMk cId="3225151742" sldId="288"/>
            <ac:spMk id="2" creationId="{F75A3652-1989-366B-D0FB-B23B01486C1B}"/>
          </ac:spMkLst>
        </pc:spChg>
        <pc:spChg chg="mod ord">
          <ac:chgData name="Archana Uday Dange" userId="a2b7b50a-7297-4a82-960b-35987071303d" providerId="ADAL" clId="{E0A95A1D-C48E-4029-8FDE-447EE598611E}" dt="2026-02-17T13:00:07.671" v="3254" actId="700"/>
          <ac:spMkLst>
            <pc:docMk/>
            <pc:sldMk cId="3225151742" sldId="288"/>
            <ac:spMk id="3" creationId="{EF697335-960C-FB5E-FA80-409F015D27D7}"/>
          </ac:spMkLst>
        </pc:spChg>
        <pc:spChg chg="mod ord">
          <ac:chgData name="Archana Uday Dange" userId="a2b7b50a-7297-4a82-960b-35987071303d" providerId="ADAL" clId="{E0A95A1D-C48E-4029-8FDE-447EE598611E}" dt="2026-02-17T13:00:07.671" v="3254" actId="700"/>
          <ac:spMkLst>
            <pc:docMk/>
            <pc:sldMk cId="3225151742" sldId="288"/>
            <ac:spMk id="5" creationId="{8A18A33B-DABA-CD5C-F516-86907F6E10D6}"/>
          </ac:spMkLst>
        </pc:spChg>
      </pc:sldChg>
      <pc:sldMasterChg chg="addSp delSp modSp mod addSldLayout delSldLayout modSldLayout sldLayoutOrd">
        <pc:chgData name="Archana Uday Dange" userId="a2b7b50a-7297-4a82-960b-35987071303d" providerId="ADAL" clId="{E0A95A1D-C48E-4029-8FDE-447EE598611E}" dt="2026-02-17T12:59:55.034" v="3253" actId="207"/>
        <pc:sldMasterMkLst>
          <pc:docMk/>
          <pc:sldMasterMk cId="1865073278" sldId="2147483648"/>
        </pc:sldMasterMkLst>
        <pc:spChg chg="add del">
          <ac:chgData name="Archana Uday Dange" userId="a2b7b50a-7297-4a82-960b-35987071303d" providerId="ADAL" clId="{E0A95A1D-C48E-4029-8FDE-447EE598611E}" dt="2026-02-05T07:29:41.929" v="288" actId="478"/>
          <ac:spMkLst>
            <pc:docMk/>
            <pc:sldMasterMk cId="1865073278" sldId="2147483648"/>
            <ac:spMk id="2" creationId="{DBC14536-469C-7DFD-90D3-3AF1CFE825DD}"/>
          </ac:spMkLst>
        </pc:spChg>
        <pc:spChg chg="add del">
          <ac:chgData name="Archana Uday Dange" userId="a2b7b50a-7297-4a82-960b-35987071303d" providerId="ADAL" clId="{E0A95A1D-C48E-4029-8FDE-447EE598611E}" dt="2026-02-05T07:29:41.929" v="288" actId="478"/>
          <ac:spMkLst>
            <pc:docMk/>
            <pc:sldMasterMk cId="1865073278" sldId="2147483648"/>
            <ac:spMk id="3" creationId="{563D9401-1575-2E89-7755-C480FFD4A82F}"/>
          </ac:spMkLst>
        </pc:spChg>
        <pc:spChg chg="add del mod">
          <ac:chgData name="Archana Uday Dange" userId="a2b7b50a-7297-4a82-960b-35987071303d" providerId="ADAL" clId="{E0A95A1D-C48E-4029-8FDE-447EE598611E}" dt="2026-02-17T12:54:20.455" v="3217" actId="478"/>
          <ac:spMkLst>
            <pc:docMk/>
            <pc:sldMasterMk cId="1865073278" sldId="2147483648"/>
            <ac:spMk id="5" creationId="{F2B64585-B039-366E-6F0E-96D405173836}"/>
          </ac:spMkLst>
        </pc:spChg>
        <pc:spChg chg="add del mod">
          <ac:chgData name="Archana Uday Dange" userId="a2b7b50a-7297-4a82-960b-35987071303d" providerId="ADAL" clId="{E0A95A1D-C48E-4029-8FDE-447EE598611E}" dt="2026-02-17T12:54:35.991" v="3225" actId="20577"/>
          <ac:spMkLst>
            <pc:docMk/>
            <pc:sldMasterMk cId="1865073278" sldId="2147483648"/>
            <ac:spMk id="7" creationId="{89DD044F-AD70-AA31-7DBF-D6B87F82F156}"/>
          </ac:spMkLst>
        </pc:spChg>
        <pc:spChg chg="add mod">
          <ac:chgData name="Archana Uday Dange" userId="a2b7b50a-7297-4a82-960b-35987071303d" providerId="ADAL" clId="{E0A95A1D-C48E-4029-8FDE-447EE598611E}" dt="2026-02-05T10:48:21.227" v="1188" actId="14100"/>
          <ac:spMkLst>
            <pc:docMk/>
            <pc:sldMasterMk cId="1865073278" sldId="2147483648"/>
            <ac:spMk id="8" creationId="{8DCC2A93-263C-98AF-A948-75A458E15543}"/>
          </ac:spMkLst>
        </pc:spChg>
        <pc:spChg chg="mod">
          <ac:chgData name="Archana Uday Dange" userId="a2b7b50a-7297-4a82-960b-35987071303d" providerId="ADAL" clId="{E0A95A1D-C48E-4029-8FDE-447EE598611E}" dt="2026-02-06T09:51:16.057" v="2251"/>
          <ac:spMkLst>
            <pc:docMk/>
            <pc:sldMasterMk cId="1865073278" sldId="2147483648"/>
            <ac:spMk id="18" creationId="{84FB154B-9B0E-5F69-9714-2D3E888A8569}"/>
          </ac:spMkLst>
        </pc:spChg>
        <pc:spChg chg="mod topLvl">
          <ac:chgData name="Archana Uday Dange" userId="a2b7b50a-7297-4a82-960b-35987071303d" providerId="ADAL" clId="{E0A95A1D-C48E-4029-8FDE-447EE598611E}" dt="2026-02-06T09:53:43.371" v="2287" actId="164"/>
          <ac:spMkLst>
            <pc:docMk/>
            <pc:sldMasterMk cId="1865073278" sldId="2147483648"/>
            <ac:spMk id="19" creationId="{74264ABD-498B-4B73-FFE4-372E761A9A99}"/>
          </ac:spMkLst>
        </pc:spChg>
        <pc:spChg chg="mod topLvl">
          <ac:chgData name="Archana Uday Dange" userId="a2b7b50a-7297-4a82-960b-35987071303d" providerId="ADAL" clId="{E0A95A1D-C48E-4029-8FDE-447EE598611E}" dt="2026-02-06T09:53:43.371" v="2287" actId="164"/>
          <ac:spMkLst>
            <pc:docMk/>
            <pc:sldMasterMk cId="1865073278" sldId="2147483648"/>
            <ac:spMk id="20" creationId="{066B7003-3175-9E8F-F527-4E9738FF97F7}"/>
          </ac:spMkLst>
        </pc:spChg>
        <pc:spChg chg="mod topLvl">
          <ac:chgData name="Archana Uday Dange" userId="a2b7b50a-7297-4a82-960b-35987071303d" providerId="ADAL" clId="{E0A95A1D-C48E-4029-8FDE-447EE598611E}" dt="2026-02-06T09:53:43.371" v="2287" actId="164"/>
          <ac:spMkLst>
            <pc:docMk/>
            <pc:sldMasterMk cId="1865073278" sldId="2147483648"/>
            <ac:spMk id="21" creationId="{08F30AC5-5962-9E8C-18E1-E9477842A614}"/>
          </ac:spMkLst>
        </pc:spChg>
        <pc:spChg chg="mod topLvl">
          <ac:chgData name="Archana Uday Dange" userId="a2b7b50a-7297-4a82-960b-35987071303d" providerId="ADAL" clId="{E0A95A1D-C48E-4029-8FDE-447EE598611E}" dt="2026-02-06T09:53:43.371" v="2287" actId="164"/>
          <ac:spMkLst>
            <pc:docMk/>
            <pc:sldMasterMk cId="1865073278" sldId="2147483648"/>
            <ac:spMk id="22" creationId="{6D881887-F6B1-B642-11A9-5F225CDA8038}"/>
          </ac:spMkLst>
        </pc:spChg>
        <pc:spChg chg="mod topLvl">
          <ac:chgData name="Archana Uday Dange" userId="a2b7b50a-7297-4a82-960b-35987071303d" providerId="ADAL" clId="{E0A95A1D-C48E-4029-8FDE-447EE598611E}" dt="2026-02-09T09:19:34.887" v="2586" actId="207"/>
          <ac:spMkLst>
            <pc:docMk/>
            <pc:sldMasterMk cId="1865073278" sldId="2147483648"/>
            <ac:spMk id="23" creationId="{2F082464-63B3-82A5-4E06-08EE00F62D27}"/>
          </ac:spMkLst>
        </pc:spChg>
        <pc:spChg chg="mod topLvl">
          <ac:chgData name="Archana Uday Dange" userId="a2b7b50a-7297-4a82-960b-35987071303d" providerId="ADAL" clId="{E0A95A1D-C48E-4029-8FDE-447EE598611E}" dt="2026-02-06T09:53:43.371" v="2287" actId="164"/>
          <ac:spMkLst>
            <pc:docMk/>
            <pc:sldMasterMk cId="1865073278" sldId="2147483648"/>
            <ac:spMk id="24" creationId="{3C8535FC-CD12-EC6A-60C1-7BF12D59D235}"/>
          </ac:spMkLst>
        </pc:spChg>
        <pc:spChg chg="mod">
          <ac:chgData name="Archana Uday Dange" userId="a2b7b50a-7297-4a82-960b-35987071303d" providerId="ADAL" clId="{E0A95A1D-C48E-4029-8FDE-447EE598611E}" dt="2026-02-06T09:51:16.057" v="2251"/>
          <ac:spMkLst>
            <pc:docMk/>
            <pc:sldMasterMk cId="1865073278" sldId="2147483648"/>
            <ac:spMk id="29" creationId="{F5BA37FB-AE64-5853-DCBA-4E89D0A30B13}"/>
          </ac:spMkLst>
        </pc:spChg>
        <pc:spChg chg="mod">
          <ac:chgData name="Archana Uday Dange" userId="a2b7b50a-7297-4a82-960b-35987071303d" providerId="ADAL" clId="{E0A95A1D-C48E-4029-8FDE-447EE598611E}" dt="2026-02-06T09:51:16.057" v="2251"/>
          <ac:spMkLst>
            <pc:docMk/>
            <pc:sldMasterMk cId="1865073278" sldId="2147483648"/>
            <ac:spMk id="112" creationId="{D5072936-99F3-33F9-EA0A-5C232AB6EB7C}"/>
          </ac:spMkLst>
        </pc:spChg>
        <pc:spChg chg="mod">
          <ac:chgData name="Archana Uday Dange" userId="a2b7b50a-7297-4a82-960b-35987071303d" providerId="ADAL" clId="{E0A95A1D-C48E-4029-8FDE-447EE598611E}" dt="2026-02-06T09:51:16.057" v="2251"/>
          <ac:spMkLst>
            <pc:docMk/>
            <pc:sldMasterMk cId="1865073278" sldId="2147483648"/>
            <ac:spMk id="121" creationId="{0FEE6E4B-F8A6-371B-69BC-4D081196705A}"/>
          </ac:spMkLst>
        </pc:spChg>
        <pc:spChg chg="mod">
          <ac:chgData name="Archana Uday Dange" userId="a2b7b50a-7297-4a82-960b-35987071303d" providerId="ADAL" clId="{E0A95A1D-C48E-4029-8FDE-447EE598611E}" dt="2026-02-06T09:51:16.057" v="2251"/>
          <ac:spMkLst>
            <pc:docMk/>
            <pc:sldMasterMk cId="1865073278" sldId="2147483648"/>
            <ac:spMk id="125" creationId="{9386F23C-C05C-99A9-194A-4A7F9BFDBC54}"/>
          </ac:spMkLst>
        </pc:spChg>
        <pc:spChg chg="mod">
          <ac:chgData name="Archana Uday Dange" userId="a2b7b50a-7297-4a82-960b-35987071303d" providerId="ADAL" clId="{E0A95A1D-C48E-4029-8FDE-447EE598611E}" dt="2026-02-09T09:19:41.797" v="2587" actId="207"/>
          <ac:spMkLst>
            <pc:docMk/>
            <pc:sldMasterMk cId="1865073278" sldId="2147483648"/>
            <ac:spMk id="150" creationId="{A58355DB-2C6F-3985-E5C3-1F7FD718CB91}"/>
          </ac:spMkLst>
        </pc:spChg>
        <pc:spChg chg="mod">
          <ac:chgData name="Archana Uday Dange" userId="a2b7b50a-7297-4a82-960b-35987071303d" providerId="ADAL" clId="{E0A95A1D-C48E-4029-8FDE-447EE598611E}" dt="2026-02-06T09:51:16.057" v="2251"/>
          <ac:spMkLst>
            <pc:docMk/>
            <pc:sldMasterMk cId="1865073278" sldId="2147483648"/>
            <ac:spMk id="151" creationId="{6B880608-26BA-899B-C88C-7D728B91124D}"/>
          </ac:spMkLst>
        </pc:spChg>
        <pc:spChg chg="mod">
          <ac:chgData name="Archana Uday Dange" userId="a2b7b50a-7297-4a82-960b-35987071303d" providerId="ADAL" clId="{E0A95A1D-C48E-4029-8FDE-447EE598611E}" dt="2026-02-06T09:51:16.057" v="2251"/>
          <ac:spMkLst>
            <pc:docMk/>
            <pc:sldMasterMk cId="1865073278" sldId="2147483648"/>
            <ac:spMk id="153" creationId="{C8F404B7-5C41-7771-CC36-E2C7DE3636D6}"/>
          </ac:spMkLst>
        </pc:spChg>
        <pc:spChg chg="mod">
          <ac:chgData name="Archana Uday Dange" userId="a2b7b50a-7297-4a82-960b-35987071303d" providerId="ADAL" clId="{E0A95A1D-C48E-4029-8FDE-447EE598611E}" dt="2026-02-06T09:51:16.057" v="2251"/>
          <ac:spMkLst>
            <pc:docMk/>
            <pc:sldMasterMk cId="1865073278" sldId="2147483648"/>
            <ac:spMk id="155" creationId="{EA318113-7BCD-3FB4-937E-8F65978AA241}"/>
          </ac:spMkLst>
        </pc:spChg>
        <pc:spChg chg="mod">
          <ac:chgData name="Archana Uday Dange" userId="a2b7b50a-7297-4a82-960b-35987071303d" providerId="ADAL" clId="{E0A95A1D-C48E-4029-8FDE-447EE598611E}" dt="2026-02-06T09:51:16.057" v="2251"/>
          <ac:spMkLst>
            <pc:docMk/>
            <pc:sldMasterMk cId="1865073278" sldId="2147483648"/>
            <ac:spMk id="159" creationId="{6E3642FB-5D86-FA4A-A4A9-C322FF3E8B0C}"/>
          </ac:spMkLst>
        </pc:spChg>
        <pc:spChg chg="mod">
          <ac:chgData name="Archana Uday Dange" userId="a2b7b50a-7297-4a82-960b-35987071303d" providerId="ADAL" clId="{E0A95A1D-C48E-4029-8FDE-447EE598611E}" dt="2026-02-06T09:51:16.057" v="2251"/>
          <ac:spMkLst>
            <pc:docMk/>
            <pc:sldMasterMk cId="1865073278" sldId="2147483648"/>
            <ac:spMk id="163" creationId="{0622F813-ED74-ED5A-8E4C-532E5E3BDF85}"/>
          </ac:spMkLst>
        </pc:spChg>
        <pc:grpChg chg="add mod">
          <ac:chgData name="Archana Uday Dange" userId="a2b7b50a-7297-4a82-960b-35987071303d" providerId="ADAL" clId="{E0A95A1D-C48E-4029-8FDE-447EE598611E}" dt="2026-02-06T09:53:56.209" v="2291" actId="164"/>
          <ac:grpSpMkLst>
            <pc:docMk/>
            <pc:sldMasterMk cId="1865073278" sldId="2147483648"/>
            <ac:grpSpMk id="45" creationId="{BF1A6653-68C0-3CEE-B3CA-5A8D7E4701FB}"/>
          </ac:grpSpMkLst>
        </pc:grpChg>
        <pc:grpChg chg="add mod">
          <ac:chgData name="Archana Uday Dange" userId="a2b7b50a-7297-4a82-960b-35987071303d" providerId="ADAL" clId="{E0A95A1D-C48E-4029-8FDE-447EE598611E}" dt="2026-02-06T09:54:07.858" v="2297" actId="1076"/>
          <ac:grpSpMkLst>
            <pc:docMk/>
            <pc:sldMasterMk cId="1865073278" sldId="2147483648"/>
            <ac:grpSpMk id="46" creationId="{5DD493B4-AAA4-2A2E-2AD5-791EFA671466}"/>
          </ac:grpSpMkLst>
        </pc:grpChg>
        <pc:grpChg chg="mod">
          <ac:chgData name="Archana Uday Dange" userId="a2b7b50a-7297-4a82-960b-35987071303d" providerId="ADAL" clId="{E0A95A1D-C48E-4029-8FDE-447EE598611E}" dt="2026-02-06T09:53:56.209" v="2291" actId="164"/>
          <ac:grpSpMkLst>
            <pc:docMk/>
            <pc:sldMasterMk cId="1865073278" sldId="2147483648"/>
            <ac:grpSpMk id="168" creationId="{652655EF-4350-BC16-99C7-385A6CAA395A}"/>
          </ac:grpSpMkLst>
        </pc:grpChg>
        <pc:picChg chg="add del mod">
          <ac:chgData name="Archana Uday Dange" userId="a2b7b50a-7297-4a82-960b-35987071303d" providerId="ADAL" clId="{E0A95A1D-C48E-4029-8FDE-447EE598611E}" dt="2026-02-17T09:19:18.757" v="3179" actId="21"/>
          <ac:picMkLst>
            <pc:docMk/>
            <pc:sldMasterMk cId="1865073278" sldId="2147483648"/>
            <ac:picMk id="4" creationId="{27F7487F-1441-7542-7165-4AC10FBD95F9}"/>
          </ac:picMkLst>
        </pc:picChg>
        <pc:picChg chg="add del mod">
          <ac:chgData name="Archana Uday Dange" userId="a2b7b50a-7297-4a82-960b-35987071303d" providerId="ADAL" clId="{E0A95A1D-C48E-4029-8FDE-447EE598611E}" dt="2026-02-17T06:40:19.856" v="3104" actId="21"/>
          <ac:picMkLst>
            <pc:docMk/>
            <pc:sldMasterMk cId="1865073278" sldId="2147483648"/>
            <ac:picMk id="4" creationId="{3374F625-53B6-F6C3-65FD-62A2AE986A9D}"/>
          </ac:picMkLst>
        </pc:picChg>
        <pc:picChg chg="add del mod">
          <ac:chgData name="Archana Uday Dange" userId="a2b7b50a-7297-4a82-960b-35987071303d" providerId="ADAL" clId="{E0A95A1D-C48E-4029-8FDE-447EE598611E}" dt="2026-02-17T09:19:20.078" v="3180" actId="478"/>
          <ac:picMkLst>
            <pc:docMk/>
            <pc:sldMasterMk cId="1865073278" sldId="2147483648"/>
            <ac:picMk id="9" creationId="{00D29B6A-2DCD-D2DC-4B50-49CBA9467E0F}"/>
          </ac:picMkLst>
        </pc:picChg>
        <pc:picChg chg="add del mod">
          <ac:chgData name="Archana Uday Dange" userId="a2b7b50a-7297-4a82-960b-35987071303d" providerId="ADAL" clId="{E0A95A1D-C48E-4029-8FDE-447EE598611E}" dt="2026-02-17T12:54:07.636" v="3214" actId="478"/>
          <ac:picMkLst>
            <pc:docMk/>
            <pc:sldMasterMk cId="1865073278" sldId="2147483648"/>
            <ac:picMk id="15" creationId="{3374F625-53B6-F6C3-65FD-62A2AE986A9D}"/>
          </ac:picMkLst>
        </pc:picChg>
        <pc:picChg chg="add mod">
          <ac:chgData name="Archana Uday Dange" userId="a2b7b50a-7297-4a82-960b-35987071303d" providerId="ADAL" clId="{E0A95A1D-C48E-4029-8FDE-447EE598611E}" dt="2026-02-17T09:19:20.510" v="3181"/>
          <ac:picMkLst>
            <pc:docMk/>
            <pc:sldMasterMk cId="1865073278" sldId="2147483648"/>
            <ac:picMk id="37" creationId="{27F7487F-1441-7542-7165-4AC10FBD95F9}"/>
          </ac:picMkLst>
        </pc:picChg>
        <pc:sldLayoutChg chg="addSp delSp modSp mod">
          <pc:chgData name="Archana Uday Dange" userId="a2b7b50a-7297-4a82-960b-35987071303d" providerId="ADAL" clId="{E0A95A1D-C48E-4029-8FDE-447EE598611E}" dt="2026-02-17T09:14:02.736" v="3136" actId="207"/>
          <pc:sldLayoutMkLst>
            <pc:docMk/>
            <pc:sldMasterMk cId="1865073278" sldId="2147483648"/>
            <pc:sldLayoutMk cId="328250355" sldId="2147483649"/>
          </pc:sldLayoutMkLst>
          <pc:spChg chg="add mod">
            <ac:chgData name="Archana Uday Dange" userId="a2b7b50a-7297-4a82-960b-35987071303d" providerId="ADAL" clId="{E0A95A1D-C48E-4029-8FDE-447EE598611E}" dt="2026-02-05T07:29:45.157" v="289" actId="164"/>
            <ac:spMkLst>
              <pc:docMk/>
              <pc:sldMasterMk cId="1865073278" sldId="2147483648"/>
              <pc:sldLayoutMk cId="328250355" sldId="2147483649"/>
              <ac:spMk id="8" creationId="{2B2AF93A-881B-D037-E49A-D478767FD5DE}"/>
            </ac:spMkLst>
          </pc:spChg>
          <pc:spChg chg="add mod">
            <ac:chgData name="Archana Uday Dange" userId="a2b7b50a-7297-4a82-960b-35987071303d" providerId="ADAL" clId="{E0A95A1D-C48E-4029-8FDE-447EE598611E}" dt="2026-02-05T07:39:24.759" v="445" actId="1076"/>
            <ac:spMkLst>
              <pc:docMk/>
              <pc:sldMasterMk cId="1865073278" sldId="2147483648"/>
              <pc:sldLayoutMk cId="328250355" sldId="2147483649"/>
              <ac:spMk id="17" creationId="{DF850D93-3533-8DCB-34B7-C6D207234FF1}"/>
            </ac:spMkLst>
          </pc:spChg>
          <pc:spChg chg="add mod">
            <ac:chgData name="Archana Uday Dange" userId="a2b7b50a-7297-4a82-960b-35987071303d" providerId="ADAL" clId="{E0A95A1D-C48E-4029-8FDE-447EE598611E}" dt="2026-02-17T09:14:02.736" v="3136" actId="207"/>
            <ac:spMkLst>
              <pc:docMk/>
              <pc:sldMasterMk cId="1865073278" sldId="2147483648"/>
              <pc:sldLayoutMk cId="328250355" sldId="2147483649"/>
              <ac:spMk id="21" creationId="{26DC01FE-93EE-1F2D-F21D-E864C69D7FD2}"/>
            </ac:spMkLst>
          </pc:spChg>
          <pc:spChg chg="add mod">
            <ac:chgData name="Archana Uday Dange" userId="a2b7b50a-7297-4a82-960b-35987071303d" providerId="ADAL" clId="{E0A95A1D-C48E-4029-8FDE-447EE598611E}" dt="2026-02-05T09:35:50.856" v="640" actId="207"/>
            <ac:spMkLst>
              <pc:docMk/>
              <pc:sldMasterMk cId="1865073278" sldId="2147483648"/>
              <pc:sldLayoutMk cId="328250355" sldId="2147483649"/>
              <ac:spMk id="24" creationId="{82851D19-714D-3D51-E2C8-D83032A237AC}"/>
            </ac:spMkLst>
          </pc:spChg>
          <pc:grpChg chg="add mod ord">
            <ac:chgData name="Archana Uday Dange" userId="a2b7b50a-7297-4a82-960b-35987071303d" providerId="ADAL" clId="{E0A95A1D-C48E-4029-8FDE-447EE598611E}" dt="2026-02-05T09:35:23.094" v="637" actId="1076"/>
            <ac:grpSpMkLst>
              <pc:docMk/>
              <pc:sldMasterMk cId="1865073278" sldId="2147483648"/>
              <pc:sldLayoutMk cId="328250355" sldId="2147483649"/>
              <ac:grpSpMk id="23" creationId="{981B15C2-7736-4204-33A3-0B93315C694B}"/>
            </ac:grpSpMkLst>
          </pc:grpChg>
          <pc:picChg chg="add del mod">
            <ac:chgData name="Archana Uday Dange" userId="a2b7b50a-7297-4a82-960b-35987071303d" providerId="ADAL" clId="{E0A95A1D-C48E-4029-8FDE-447EE598611E}" dt="2026-02-17T09:13:09.836" v="3120" actId="478"/>
            <ac:picMkLst>
              <pc:docMk/>
              <pc:sldMasterMk cId="1865073278" sldId="2147483648"/>
              <pc:sldLayoutMk cId="328250355" sldId="2147483649"/>
              <ac:picMk id="3" creationId="{00AEEA2D-7481-3780-5601-BF76D4A3BC1F}"/>
            </ac:picMkLst>
          </pc:picChg>
          <pc:picChg chg="add del mod">
            <ac:chgData name="Archana Uday Dange" userId="a2b7b50a-7297-4a82-960b-35987071303d" providerId="ADAL" clId="{E0A95A1D-C48E-4029-8FDE-447EE598611E}" dt="2026-02-17T09:13:50.639" v="3133" actId="478"/>
            <ac:picMkLst>
              <pc:docMk/>
              <pc:sldMasterMk cId="1865073278" sldId="2147483648"/>
              <pc:sldLayoutMk cId="328250355" sldId="2147483649"/>
              <ac:picMk id="4" creationId="{8DD5B06F-CBA1-01E5-6B2C-A180EB14E190}"/>
            </ac:picMkLst>
          </pc:picChg>
          <pc:picChg chg="add del mod">
            <ac:chgData name="Archana Uday Dange" userId="a2b7b50a-7297-4a82-960b-35987071303d" providerId="ADAL" clId="{E0A95A1D-C48E-4029-8FDE-447EE598611E}" dt="2026-02-17T09:13:40.883" v="3128" actId="478"/>
            <ac:picMkLst>
              <pc:docMk/>
              <pc:sldMasterMk cId="1865073278" sldId="2147483648"/>
              <pc:sldLayoutMk cId="328250355" sldId="2147483649"/>
              <ac:picMk id="5" creationId="{DB330A48-F8D8-B678-C18B-6F513E3291C8}"/>
            </ac:picMkLst>
          </pc:picChg>
          <pc:picChg chg="add del mod">
            <ac:chgData name="Archana Uday Dange" userId="a2b7b50a-7297-4a82-960b-35987071303d" providerId="ADAL" clId="{E0A95A1D-C48E-4029-8FDE-447EE598611E}" dt="2026-02-17T09:13:45.715" v="3130" actId="21"/>
            <ac:picMkLst>
              <pc:docMk/>
              <pc:sldMasterMk cId="1865073278" sldId="2147483648"/>
              <pc:sldLayoutMk cId="328250355" sldId="2147483649"/>
              <ac:picMk id="6" creationId="{1AFFA982-A780-4DF4-FF92-A5513DC7AF18}"/>
            </ac:picMkLst>
          </pc:picChg>
          <pc:picChg chg="add del mod">
            <ac:chgData name="Archana Uday Dange" userId="a2b7b50a-7297-4a82-960b-35987071303d" providerId="ADAL" clId="{E0A95A1D-C48E-4029-8FDE-447EE598611E}" dt="2026-02-17T09:13:55.824" v="3134" actId="21"/>
            <ac:picMkLst>
              <pc:docMk/>
              <pc:sldMasterMk cId="1865073278" sldId="2147483648"/>
              <pc:sldLayoutMk cId="328250355" sldId="2147483649"/>
              <ac:picMk id="7" creationId="{1AFFA982-A780-4DF4-FF92-A5513DC7AF18}"/>
            </ac:picMkLst>
          </pc:picChg>
          <pc:picChg chg="add mod">
            <ac:chgData name="Archana Uday Dange" userId="a2b7b50a-7297-4a82-960b-35987071303d" providerId="ADAL" clId="{E0A95A1D-C48E-4029-8FDE-447EE598611E}" dt="2026-02-17T09:13:56.183" v="3135"/>
            <ac:picMkLst>
              <pc:docMk/>
              <pc:sldMasterMk cId="1865073278" sldId="2147483648"/>
              <pc:sldLayoutMk cId="328250355" sldId="2147483649"/>
              <ac:picMk id="9" creationId="{1AFFA982-A780-4DF4-FF92-A5513DC7AF18}"/>
            </ac:picMkLst>
          </pc:picChg>
          <pc:picChg chg="add mod modCrop">
            <ac:chgData name="Archana Uday Dange" userId="a2b7b50a-7297-4a82-960b-35987071303d" providerId="ADAL" clId="{E0A95A1D-C48E-4029-8FDE-447EE598611E}" dt="2026-02-05T09:35:27.713" v="638" actId="1076"/>
            <ac:picMkLst>
              <pc:docMk/>
              <pc:sldMasterMk cId="1865073278" sldId="2147483648"/>
              <pc:sldLayoutMk cId="328250355" sldId="2147483649"/>
              <ac:picMk id="10" creationId="{F7B612D1-DA38-2E21-604F-200BEA9629DA}"/>
            </ac:picMkLst>
          </pc:picChg>
          <pc:picChg chg="add del mod">
            <ac:chgData name="Archana Uday Dange" userId="a2b7b50a-7297-4a82-960b-35987071303d" providerId="ADAL" clId="{E0A95A1D-C48E-4029-8FDE-447EE598611E}" dt="2026-02-17T09:13:46.937" v="3131" actId="478"/>
            <ac:picMkLst>
              <pc:docMk/>
              <pc:sldMasterMk cId="1865073278" sldId="2147483648"/>
              <pc:sldLayoutMk cId="328250355" sldId="2147483649"/>
              <ac:picMk id="19" creationId="{783BCADB-E2D2-611B-E681-8888E0B1AC6B}"/>
            </ac:picMkLst>
          </pc:picChg>
          <pc:picChg chg="add mod">
            <ac:chgData name="Archana Uday Dange" userId="a2b7b50a-7297-4a82-960b-35987071303d" providerId="ADAL" clId="{E0A95A1D-C48E-4029-8FDE-447EE598611E}" dt="2026-02-05T09:29:11.829" v="532" actId="1036"/>
            <ac:picMkLst>
              <pc:docMk/>
              <pc:sldMasterMk cId="1865073278" sldId="2147483648"/>
              <pc:sldLayoutMk cId="328250355" sldId="2147483649"/>
              <ac:picMk id="20" creationId="{9F969B27-41AB-B050-9314-48ADB430AD66}"/>
            </ac:picMkLst>
          </pc:picChg>
        </pc:sldLayoutChg>
        <pc:sldLayoutChg chg="addSp delSp modSp add mod modTransition">
          <pc:chgData name="Archana Uday Dange" userId="a2b7b50a-7297-4a82-960b-35987071303d" providerId="ADAL" clId="{E0A95A1D-C48E-4029-8FDE-447EE598611E}" dt="2026-02-17T09:14:28.250" v="3145"/>
          <pc:sldLayoutMkLst>
            <pc:docMk/>
            <pc:sldMasterMk cId="1865073278" sldId="2147483648"/>
            <pc:sldLayoutMk cId="252483840" sldId="2147483650"/>
          </pc:sldLayoutMkLst>
          <pc:spChg chg="ord topLvl">
            <ac:chgData name="Archana Uday Dange" userId="a2b7b50a-7297-4a82-960b-35987071303d" providerId="ADAL" clId="{E0A95A1D-C48E-4029-8FDE-447EE598611E}" dt="2026-02-05T09:33:15.050" v="569" actId="167"/>
            <ac:spMkLst>
              <pc:docMk/>
              <pc:sldMasterMk cId="1865073278" sldId="2147483648"/>
              <pc:sldLayoutMk cId="252483840" sldId="2147483650"/>
              <ac:spMk id="8" creationId="{2B2AF93A-881B-D037-E49A-D478767FD5DE}"/>
            </ac:spMkLst>
          </pc:spChg>
          <pc:spChg chg="mod">
            <ac:chgData name="Archana Uday Dange" userId="a2b7b50a-7297-4a82-960b-35987071303d" providerId="ADAL" clId="{E0A95A1D-C48E-4029-8FDE-447EE598611E}" dt="2026-02-05T09:34:58.433" v="631" actId="1035"/>
            <ac:spMkLst>
              <pc:docMk/>
              <pc:sldMasterMk cId="1865073278" sldId="2147483648"/>
              <pc:sldLayoutMk cId="252483840" sldId="2147483650"/>
              <ac:spMk id="17" creationId="{DF850D93-3533-8DCB-34B7-C6D207234FF1}"/>
            </ac:spMkLst>
          </pc:spChg>
          <pc:spChg chg="mod">
            <ac:chgData name="Archana Uday Dange" userId="a2b7b50a-7297-4a82-960b-35987071303d" providerId="ADAL" clId="{E0A95A1D-C48E-4029-8FDE-447EE598611E}" dt="2026-02-17T09:14:08.918" v="3137" actId="207"/>
            <ac:spMkLst>
              <pc:docMk/>
              <pc:sldMasterMk cId="1865073278" sldId="2147483648"/>
              <pc:sldLayoutMk cId="252483840" sldId="2147483650"/>
              <ac:spMk id="21" creationId="{26DC01FE-93EE-1F2D-F21D-E864C69D7FD2}"/>
            </ac:spMkLst>
          </pc:spChg>
          <pc:spChg chg="mod">
            <ac:chgData name="Archana Uday Dange" userId="a2b7b50a-7297-4a82-960b-35987071303d" providerId="ADAL" clId="{E0A95A1D-C48E-4029-8FDE-447EE598611E}" dt="2026-02-05T09:36:15.411" v="643" actId="207"/>
            <ac:spMkLst>
              <pc:docMk/>
              <pc:sldMasterMk cId="1865073278" sldId="2147483648"/>
              <pc:sldLayoutMk cId="252483840" sldId="2147483650"/>
              <ac:spMk id="24" creationId="{82851D19-714D-3D51-E2C8-D83032A237AC}"/>
            </ac:spMkLst>
          </pc:spChg>
          <pc:picChg chg="add mod">
            <ac:chgData name="Archana Uday Dange" userId="a2b7b50a-7297-4a82-960b-35987071303d" providerId="ADAL" clId="{E0A95A1D-C48E-4029-8FDE-447EE598611E}" dt="2026-02-17T09:14:28.250" v="3145"/>
            <ac:picMkLst>
              <pc:docMk/>
              <pc:sldMasterMk cId="1865073278" sldId="2147483648"/>
              <pc:sldLayoutMk cId="252483840" sldId="2147483650"/>
              <ac:picMk id="2" creationId="{ADC09733-72D6-FD7B-4EA2-162CEFADD8FD}"/>
            </ac:picMkLst>
          </pc:picChg>
          <pc:picChg chg="mod topLvl modCrop">
            <ac:chgData name="Archana Uday Dange" userId="a2b7b50a-7297-4a82-960b-35987071303d" providerId="ADAL" clId="{E0A95A1D-C48E-4029-8FDE-447EE598611E}" dt="2026-02-05T09:35:12.427" v="635" actId="732"/>
            <ac:picMkLst>
              <pc:docMk/>
              <pc:sldMasterMk cId="1865073278" sldId="2147483648"/>
              <pc:sldLayoutMk cId="252483840" sldId="2147483650"/>
              <ac:picMk id="6" creationId="{BC95E2A0-017E-6DC4-A3A7-D228D55A7E01}"/>
            </ac:picMkLst>
          </pc:picChg>
          <pc:picChg chg="del mod">
            <ac:chgData name="Archana Uday Dange" userId="a2b7b50a-7297-4a82-960b-35987071303d" providerId="ADAL" clId="{E0A95A1D-C48E-4029-8FDE-447EE598611E}" dt="2026-02-17T09:14:27.729" v="3144" actId="478"/>
            <ac:picMkLst>
              <pc:docMk/>
              <pc:sldMasterMk cId="1865073278" sldId="2147483648"/>
              <pc:sldLayoutMk cId="252483840" sldId="2147483650"/>
              <ac:picMk id="19" creationId="{783BCADB-E2D2-611B-E681-8888E0B1AC6B}"/>
            </ac:picMkLst>
          </pc:picChg>
        </pc:sldLayoutChg>
        <pc:sldLayoutChg chg="addSp delSp modSp add mod modTransition">
          <pc:chgData name="Archana Uday Dange" userId="a2b7b50a-7297-4a82-960b-35987071303d" providerId="ADAL" clId="{E0A95A1D-C48E-4029-8FDE-447EE598611E}" dt="2026-02-17T09:19:42.036" v="3183" actId="207"/>
          <pc:sldLayoutMkLst>
            <pc:docMk/>
            <pc:sldMasterMk cId="1865073278" sldId="2147483648"/>
            <pc:sldLayoutMk cId="3771651154" sldId="2147483651"/>
          </pc:sldLayoutMkLst>
          <pc:spChg chg="add mod ord">
            <ac:chgData name="Archana Uday Dange" userId="a2b7b50a-7297-4a82-960b-35987071303d" providerId="ADAL" clId="{E0A95A1D-C48E-4029-8FDE-447EE598611E}" dt="2026-02-05T10:55:06.725" v="1201" actId="167"/>
            <ac:spMkLst>
              <pc:docMk/>
              <pc:sldMasterMk cId="1865073278" sldId="2147483648"/>
              <pc:sldLayoutMk cId="3771651154" sldId="2147483651"/>
              <ac:spMk id="2" creationId="{AAB444E7-D1FB-0BAF-3D47-7B500C3CF725}"/>
            </ac:spMkLst>
          </pc:spChg>
          <pc:spChg chg="add del mod">
            <ac:chgData name="Archana Uday Dange" userId="a2b7b50a-7297-4a82-960b-35987071303d" providerId="ADAL" clId="{E0A95A1D-C48E-4029-8FDE-447EE598611E}" dt="2026-02-05T09:52:12.764" v="654" actId="207"/>
            <ac:spMkLst>
              <pc:docMk/>
              <pc:sldMasterMk cId="1865073278" sldId="2147483648"/>
              <pc:sldLayoutMk cId="3771651154" sldId="2147483651"/>
              <ac:spMk id="17" creationId="{DF850D93-3533-8DCB-34B7-C6D207234FF1}"/>
            </ac:spMkLst>
          </pc:spChg>
          <pc:spChg chg="add del mod">
            <ac:chgData name="Archana Uday Dange" userId="a2b7b50a-7297-4a82-960b-35987071303d" providerId="ADAL" clId="{E0A95A1D-C48E-4029-8FDE-447EE598611E}" dt="2026-02-17T09:19:42.036" v="3183" actId="207"/>
            <ac:spMkLst>
              <pc:docMk/>
              <pc:sldMasterMk cId="1865073278" sldId="2147483648"/>
              <pc:sldLayoutMk cId="3771651154" sldId="2147483651"/>
              <ac:spMk id="21" creationId="{26DC01FE-93EE-1F2D-F21D-E864C69D7FD2}"/>
            </ac:spMkLst>
          </pc:spChg>
          <pc:spChg chg="add del mod">
            <ac:chgData name="Archana Uday Dange" userId="a2b7b50a-7297-4a82-960b-35987071303d" providerId="ADAL" clId="{E0A95A1D-C48E-4029-8FDE-447EE598611E}" dt="2026-02-05T09:52:12.764" v="654" actId="207"/>
            <ac:spMkLst>
              <pc:docMk/>
              <pc:sldMasterMk cId="1865073278" sldId="2147483648"/>
              <pc:sldLayoutMk cId="3771651154" sldId="2147483651"/>
              <ac:spMk id="24" creationId="{82851D19-714D-3D51-E2C8-D83032A237AC}"/>
            </ac:spMkLst>
          </pc:spChg>
          <pc:picChg chg="add del mod">
            <ac:chgData name="Archana Uday Dange" userId="a2b7b50a-7297-4a82-960b-35987071303d" providerId="ADAL" clId="{E0A95A1D-C48E-4029-8FDE-447EE598611E}" dt="2026-02-17T09:14:18.558" v="3141" actId="21"/>
            <ac:picMkLst>
              <pc:docMk/>
              <pc:sldMasterMk cId="1865073278" sldId="2147483648"/>
              <pc:sldLayoutMk cId="3771651154" sldId="2147483651"/>
              <ac:picMk id="3" creationId="{2A22F185-AD6A-C78B-07FA-1407277AE144}"/>
            </ac:picMkLst>
          </pc:picChg>
          <pc:picChg chg="add del mod">
            <ac:chgData name="Archana Uday Dange" userId="a2b7b50a-7297-4a82-960b-35987071303d" providerId="ADAL" clId="{E0A95A1D-C48E-4029-8FDE-447EE598611E}" dt="2026-02-17T09:14:30.850" v="3146" actId="478"/>
            <ac:picMkLst>
              <pc:docMk/>
              <pc:sldMasterMk cId="1865073278" sldId="2147483648"/>
              <pc:sldLayoutMk cId="3771651154" sldId="2147483651"/>
              <ac:picMk id="4" creationId="{2A22F185-AD6A-C78B-07FA-1407277AE144}"/>
            </ac:picMkLst>
          </pc:picChg>
          <pc:picChg chg="add mod">
            <ac:chgData name="Archana Uday Dange" userId="a2b7b50a-7297-4a82-960b-35987071303d" providerId="ADAL" clId="{E0A95A1D-C48E-4029-8FDE-447EE598611E}" dt="2026-02-17T09:14:31.225" v="3147"/>
            <ac:picMkLst>
              <pc:docMk/>
              <pc:sldMasterMk cId="1865073278" sldId="2147483648"/>
              <pc:sldLayoutMk cId="3771651154" sldId="2147483651"/>
              <ac:picMk id="5" creationId="{875FA71A-9BCA-5B6A-9D4E-38DC1CCAE3E9}"/>
            </ac:picMkLst>
          </pc:picChg>
          <pc:picChg chg="add del mod">
            <ac:chgData name="Archana Uday Dange" userId="a2b7b50a-7297-4a82-960b-35987071303d" providerId="ADAL" clId="{E0A95A1D-C48E-4029-8FDE-447EE598611E}" dt="2026-02-11T05:29:32.607" v="3059" actId="1076"/>
            <ac:picMkLst>
              <pc:docMk/>
              <pc:sldMasterMk cId="1865073278" sldId="2147483648"/>
              <pc:sldLayoutMk cId="3771651154" sldId="2147483651"/>
              <ac:picMk id="6" creationId="{BC95E2A0-017E-6DC4-A3A7-D228D55A7E01}"/>
            </ac:picMkLst>
          </pc:picChg>
          <pc:picChg chg="add mod">
            <ac:chgData name="Archana Uday Dange" userId="a2b7b50a-7297-4a82-960b-35987071303d" providerId="ADAL" clId="{E0A95A1D-C48E-4029-8FDE-447EE598611E}" dt="2026-02-11T05:30:20.136" v="3087" actId="207"/>
            <ac:picMkLst>
              <pc:docMk/>
              <pc:sldMasterMk cId="1865073278" sldId="2147483648"/>
              <pc:sldLayoutMk cId="3771651154" sldId="2147483651"/>
              <ac:picMk id="12" creationId="{C87AF071-CE72-98EC-8250-CFA588A38DC3}"/>
            </ac:picMkLst>
          </pc:picChg>
          <pc:picChg chg="add del">
            <ac:chgData name="Archana Uday Dange" userId="a2b7b50a-7297-4a82-960b-35987071303d" providerId="ADAL" clId="{E0A95A1D-C48E-4029-8FDE-447EE598611E}" dt="2026-02-17T09:14:20.055" v="3142" actId="478"/>
            <ac:picMkLst>
              <pc:docMk/>
              <pc:sldMasterMk cId="1865073278" sldId="2147483648"/>
              <pc:sldLayoutMk cId="3771651154" sldId="2147483651"/>
              <ac:picMk id="19" creationId="{783BCADB-E2D2-611B-E681-8888E0B1AC6B}"/>
            </ac:picMkLst>
          </pc:picChg>
        </pc:sldLayoutChg>
        <pc:sldLayoutChg chg="addSp delSp modSp add mod modTransition">
          <pc:chgData name="Archana Uday Dange" userId="a2b7b50a-7297-4a82-960b-35987071303d" providerId="ADAL" clId="{E0A95A1D-C48E-4029-8FDE-447EE598611E}" dt="2026-02-17T09:19:59.388" v="3185" actId="207"/>
          <pc:sldLayoutMkLst>
            <pc:docMk/>
            <pc:sldMasterMk cId="1865073278" sldId="2147483648"/>
            <pc:sldLayoutMk cId="2618511340" sldId="2147483652"/>
          </pc:sldLayoutMkLst>
          <pc:spChg chg="add mod">
            <ac:chgData name="Archana Uday Dange" userId="a2b7b50a-7297-4a82-960b-35987071303d" providerId="ADAL" clId="{E0A95A1D-C48E-4029-8FDE-447EE598611E}" dt="2026-02-05T10:06:56.032" v="779" actId="1036"/>
            <ac:spMkLst>
              <pc:docMk/>
              <pc:sldMasterMk cId="1865073278" sldId="2147483648"/>
              <pc:sldLayoutMk cId="2618511340" sldId="2147483652"/>
              <ac:spMk id="5" creationId="{AC9D72B3-82D2-5A1B-53E1-A72684E0A3CF}"/>
            </ac:spMkLst>
          </pc:spChg>
          <pc:spChg chg="add mod">
            <ac:chgData name="Archana Uday Dange" userId="a2b7b50a-7297-4a82-960b-35987071303d" providerId="ADAL" clId="{E0A95A1D-C48E-4029-8FDE-447EE598611E}" dt="2026-02-17T09:19:59.388" v="3185" actId="207"/>
            <ac:spMkLst>
              <pc:docMk/>
              <pc:sldMasterMk cId="1865073278" sldId="2147483648"/>
              <pc:sldLayoutMk cId="2618511340" sldId="2147483652"/>
              <ac:spMk id="7" creationId="{89E4B808-688F-DF21-D230-DDED7D59791F}"/>
            </ac:spMkLst>
          </pc:spChg>
          <pc:spChg chg="add mod">
            <ac:chgData name="Archana Uday Dange" userId="a2b7b50a-7297-4a82-960b-35987071303d" providerId="ADAL" clId="{E0A95A1D-C48E-4029-8FDE-447EE598611E}" dt="2026-02-05T10:06:56.032" v="779" actId="1036"/>
            <ac:spMkLst>
              <pc:docMk/>
              <pc:sldMasterMk cId="1865073278" sldId="2147483648"/>
              <pc:sldLayoutMk cId="2618511340" sldId="2147483652"/>
              <ac:spMk id="8" creationId="{2F4A3332-3567-071C-830F-DE0CB0DD7278}"/>
            </ac:spMkLst>
          </pc:spChg>
          <pc:picChg chg="add del mod">
            <ac:chgData name="Archana Uday Dange" userId="a2b7b50a-7297-4a82-960b-35987071303d" providerId="ADAL" clId="{E0A95A1D-C48E-4029-8FDE-447EE598611E}" dt="2026-02-17T09:14:58.349" v="3153" actId="21"/>
            <ac:picMkLst>
              <pc:docMk/>
              <pc:sldMasterMk cId="1865073278" sldId="2147483648"/>
              <pc:sldLayoutMk cId="2618511340" sldId="2147483652"/>
              <ac:picMk id="2" creationId="{22023C96-5BF0-A3CE-2F78-449A35E47FFC}"/>
            </ac:picMkLst>
          </pc:picChg>
          <pc:picChg chg="add mod modCrop">
            <ac:chgData name="Archana Uday Dange" userId="a2b7b50a-7297-4a82-960b-35987071303d" providerId="ADAL" clId="{E0A95A1D-C48E-4029-8FDE-447EE598611E}" dt="2026-02-05T10:06:48.371" v="764" actId="732"/>
            <ac:picMkLst>
              <pc:docMk/>
              <pc:sldMasterMk cId="1865073278" sldId="2147483648"/>
              <pc:sldLayoutMk cId="2618511340" sldId="2147483652"/>
              <ac:picMk id="3" creationId="{FC05AA53-E8FF-D693-2CD3-AE39C4E7779C}"/>
            </ac:picMkLst>
          </pc:picChg>
          <pc:picChg chg="add mod">
            <ac:chgData name="Archana Uday Dange" userId="a2b7b50a-7297-4a82-960b-35987071303d" providerId="ADAL" clId="{E0A95A1D-C48E-4029-8FDE-447EE598611E}" dt="2026-02-05T10:05:02.625" v="734" actId="197"/>
            <ac:picMkLst>
              <pc:docMk/>
              <pc:sldMasterMk cId="1865073278" sldId="2147483648"/>
              <pc:sldLayoutMk cId="2618511340" sldId="2147483652"/>
              <ac:picMk id="4" creationId="{6E2E8051-546D-DD69-F524-E52985F24CDB}"/>
            </ac:picMkLst>
          </pc:picChg>
          <pc:picChg chg="add mod">
            <ac:chgData name="Archana Uday Dange" userId="a2b7b50a-7297-4a82-960b-35987071303d" providerId="ADAL" clId="{E0A95A1D-C48E-4029-8FDE-447EE598611E}" dt="2026-02-17T09:14:59.797" v="3155"/>
            <ac:picMkLst>
              <pc:docMk/>
              <pc:sldMasterMk cId="1865073278" sldId="2147483648"/>
              <pc:sldLayoutMk cId="2618511340" sldId="2147483652"/>
              <ac:picMk id="6" creationId="{22023C96-5BF0-A3CE-2F78-449A35E47FFC}"/>
            </ac:picMkLst>
          </pc:picChg>
          <pc:picChg chg="add del mod">
            <ac:chgData name="Archana Uday Dange" userId="a2b7b50a-7297-4a82-960b-35987071303d" providerId="ADAL" clId="{E0A95A1D-C48E-4029-8FDE-447EE598611E}" dt="2026-02-17T09:14:59.381" v="3154" actId="478"/>
            <ac:picMkLst>
              <pc:docMk/>
              <pc:sldMasterMk cId="1865073278" sldId="2147483648"/>
              <pc:sldLayoutMk cId="2618511340" sldId="2147483652"/>
              <ac:picMk id="9" creationId="{641B27A2-E635-0828-4F13-336D9E11D3BE}"/>
            </ac:picMkLst>
          </pc:picChg>
          <pc:picChg chg="add mod">
            <ac:chgData name="Archana Uday Dange" userId="a2b7b50a-7297-4a82-960b-35987071303d" providerId="ADAL" clId="{E0A95A1D-C48E-4029-8FDE-447EE598611E}" dt="2026-02-05T10:15:15.619" v="817"/>
            <ac:picMkLst>
              <pc:docMk/>
              <pc:sldMasterMk cId="1865073278" sldId="2147483648"/>
              <pc:sldLayoutMk cId="2618511340" sldId="2147483652"/>
              <ac:picMk id="10" creationId="{2159DD94-A36D-20D6-B3FE-D6B92EAD4858}"/>
            </ac:picMkLst>
          </pc:picChg>
        </pc:sldLayoutChg>
        <pc:sldLayoutChg chg="addSp delSp modSp add mod modTransition">
          <pc:chgData name="Archana Uday Dange" userId="a2b7b50a-7297-4a82-960b-35987071303d" providerId="ADAL" clId="{E0A95A1D-C48E-4029-8FDE-447EE598611E}" dt="2026-02-17T09:20:03.459" v="3186" actId="207"/>
          <pc:sldLayoutMkLst>
            <pc:docMk/>
            <pc:sldMasterMk cId="1865073278" sldId="2147483648"/>
            <pc:sldLayoutMk cId="721922056" sldId="2147483653"/>
          </pc:sldLayoutMkLst>
          <pc:spChg chg="add mod ord">
            <ac:chgData name="Archana Uday Dange" userId="a2b7b50a-7297-4a82-960b-35987071303d" providerId="ADAL" clId="{E0A95A1D-C48E-4029-8FDE-447EE598611E}" dt="2026-02-10T10:12:44.648" v="2914" actId="167"/>
            <ac:spMkLst>
              <pc:docMk/>
              <pc:sldMasterMk cId="1865073278" sldId="2147483648"/>
              <pc:sldLayoutMk cId="721922056" sldId="2147483653"/>
              <ac:spMk id="2" creationId="{FF97F862-E47A-2F74-0605-3C2418B21FC8}"/>
            </ac:spMkLst>
          </pc:spChg>
          <pc:spChg chg="mod">
            <ac:chgData name="Archana Uday Dange" userId="a2b7b50a-7297-4a82-960b-35987071303d" providerId="ADAL" clId="{E0A95A1D-C48E-4029-8FDE-447EE598611E}" dt="2026-02-17T09:20:03.459" v="3186" actId="207"/>
            <ac:spMkLst>
              <pc:docMk/>
              <pc:sldMasterMk cId="1865073278" sldId="2147483648"/>
              <pc:sldLayoutMk cId="721922056" sldId="2147483653"/>
              <ac:spMk id="7" creationId="{89E4B808-688F-DF21-D230-DDED7D59791F}"/>
            </ac:spMkLst>
          </pc:spChg>
          <pc:picChg chg="add mod">
            <ac:chgData name="Archana Uday Dange" userId="a2b7b50a-7297-4a82-960b-35987071303d" providerId="ADAL" clId="{E0A95A1D-C48E-4029-8FDE-447EE598611E}" dt="2026-02-17T09:18:02.500" v="3159"/>
            <ac:picMkLst>
              <pc:docMk/>
              <pc:sldMasterMk cId="1865073278" sldId="2147483648"/>
              <pc:sldLayoutMk cId="721922056" sldId="2147483653"/>
              <ac:picMk id="3" creationId="{D3AA1BBA-8654-FFB0-5AB0-7C28F11A950C}"/>
            </ac:picMkLst>
          </pc:picChg>
          <pc:picChg chg="mod modCrop">
            <ac:chgData name="Archana Uday Dange" userId="a2b7b50a-7297-4a82-960b-35987071303d" providerId="ADAL" clId="{E0A95A1D-C48E-4029-8FDE-447EE598611E}" dt="2026-02-05T10:15:29.125" v="819" actId="18131"/>
            <ac:picMkLst>
              <pc:docMk/>
              <pc:sldMasterMk cId="1865073278" sldId="2147483648"/>
              <pc:sldLayoutMk cId="721922056" sldId="2147483653"/>
              <ac:picMk id="4" creationId="{6E2E8051-546D-DD69-F524-E52985F24CDB}"/>
            </ac:picMkLst>
          </pc:picChg>
          <pc:picChg chg="del">
            <ac:chgData name="Archana Uday Dange" userId="a2b7b50a-7297-4a82-960b-35987071303d" providerId="ADAL" clId="{E0A95A1D-C48E-4029-8FDE-447EE598611E}" dt="2026-02-17T09:18:02.125" v="3158" actId="478"/>
            <ac:picMkLst>
              <pc:docMk/>
              <pc:sldMasterMk cId="1865073278" sldId="2147483648"/>
              <pc:sldLayoutMk cId="721922056" sldId="2147483653"/>
              <ac:picMk id="9" creationId="{641B27A2-E635-0828-4F13-336D9E11D3BE}"/>
            </ac:picMkLst>
          </pc:picChg>
          <pc:picChg chg="add del">
            <ac:chgData name="Archana Uday Dange" userId="a2b7b50a-7297-4a82-960b-35987071303d" providerId="ADAL" clId="{E0A95A1D-C48E-4029-8FDE-447EE598611E}" dt="2026-02-10T10:12:44.313" v="2913" actId="478"/>
            <ac:picMkLst>
              <pc:docMk/>
              <pc:sldMasterMk cId="1865073278" sldId="2147483648"/>
              <pc:sldLayoutMk cId="721922056" sldId="2147483653"/>
              <ac:picMk id="10" creationId="{2159DD94-A36D-20D6-B3FE-D6B92EAD4858}"/>
            </ac:picMkLst>
          </pc:picChg>
          <pc:picChg chg="add del mod ord modCrop">
            <ac:chgData name="Archana Uday Dange" userId="a2b7b50a-7297-4a82-960b-35987071303d" providerId="ADAL" clId="{E0A95A1D-C48E-4029-8FDE-447EE598611E}" dt="2026-02-10T10:12:45.491" v="2915" actId="478"/>
            <ac:picMkLst>
              <pc:docMk/>
              <pc:sldMasterMk cId="1865073278" sldId="2147483648"/>
              <pc:sldLayoutMk cId="721922056" sldId="2147483653"/>
              <ac:picMk id="18" creationId="{E3BB0BF2-368D-44BB-4F0E-C10EF9D4A901}"/>
            </ac:picMkLst>
          </pc:picChg>
        </pc:sldLayoutChg>
        <pc:sldLayoutChg chg="addSp delSp modSp add mod ord modTransition">
          <pc:chgData name="Archana Uday Dange" userId="a2b7b50a-7297-4a82-960b-35987071303d" providerId="ADAL" clId="{E0A95A1D-C48E-4029-8FDE-447EE598611E}" dt="2026-02-05T10:31:09.081" v="938" actId="14100"/>
          <pc:sldLayoutMkLst>
            <pc:docMk/>
            <pc:sldMasterMk cId="1865073278" sldId="2147483648"/>
            <pc:sldLayoutMk cId="4261030008" sldId="2147483654"/>
          </pc:sldLayoutMkLst>
          <pc:spChg chg="topLvl">
            <ac:chgData name="Archana Uday Dange" userId="a2b7b50a-7297-4a82-960b-35987071303d" providerId="ADAL" clId="{E0A95A1D-C48E-4029-8FDE-447EE598611E}" dt="2026-02-05T10:28:59.725" v="920" actId="478"/>
            <ac:spMkLst>
              <pc:docMk/>
              <pc:sldMasterMk cId="1865073278" sldId="2147483648"/>
              <pc:sldLayoutMk cId="4261030008" sldId="2147483654"/>
              <ac:spMk id="8" creationId="{2B2AF93A-881B-D037-E49A-D478767FD5DE}"/>
            </ac:spMkLst>
          </pc:spChg>
          <pc:picChg chg="add mod modCrop">
            <ac:chgData name="Archana Uday Dange" userId="a2b7b50a-7297-4a82-960b-35987071303d" providerId="ADAL" clId="{E0A95A1D-C48E-4029-8FDE-447EE598611E}" dt="2026-02-05T10:31:09.081" v="938" actId="14100"/>
            <ac:picMkLst>
              <pc:docMk/>
              <pc:sldMasterMk cId="1865073278" sldId="2147483648"/>
              <pc:sldLayoutMk cId="4261030008" sldId="2147483654"/>
              <ac:picMk id="3" creationId="{75FB5E02-032E-97BA-E7C0-102A9ACD82BE}"/>
            </ac:picMkLst>
          </pc:picChg>
        </pc:sldLayoutChg>
        <pc:sldLayoutChg chg="addSp delSp modSp add mod ord modTransition">
          <pc:chgData name="Archana Uday Dange" userId="a2b7b50a-7297-4a82-960b-35987071303d" providerId="ADAL" clId="{E0A95A1D-C48E-4029-8FDE-447EE598611E}" dt="2026-02-10T10:07:38.826" v="2863" actId="20578"/>
          <pc:sldLayoutMkLst>
            <pc:docMk/>
            <pc:sldMasterMk cId="1865073278" sldId="2147483648"/>
            <pc:sldLayoutMk cId="4220387277" sldId="2147483655"/>
          </pc:sldLayoutMkLst>
          <pc:picChg chg="add mod modCrop">
            <ac:chgData name="Archana Uday Dange" userId="a2b7b50a-7297-4a82-960b-35987071303d" providerId="ADAL" clId="{E0A95A1D-C48E-4029-8FDE-447EE598611E}" dt="2026-02-05T10:34:48.471" v="973" actId="732"/>
            <ac:picMkLst>
              <pc:docMk/>
              <pc:sldMasterMk cId="1865073278" sldId="2147483648"/>
              <pc:sldLayoutMk cId="4220387277" sldId="2147483655"/>
              <ac:picMk id="2" creationId="{8EA05FE7-86CE-1553-B2A7-3B2BB4F29F1D}"/>
            </ac:picMkLst>
          </pc:picChg>
        </pc:sldLayoutChg>
        <pc:sldLayoutChg chg="addSp delSp modSp add mod modTransition">
          <pc:chgData name="Archana Uday Dange" userId="a2b7b50a-7297-4a82-960b-35987071303d" providerId="ADAL" clId="{E0A95A1D-C48E-4029-8FDE-447EE598611E}" dt="2026-02-17T12:56:13.041" v="3234" actId="478"/>
          <pc:sldLayoutMkLst>
            <pc:docMk/>
            <pc:sldMasterMk cId="1865073278" sldId="2147483648"/>
            <pc:sldLayoutMk cId="4293316990" sldId="2147483656"/>
          </pc:sldLayoutMkLst>
          <pc:spChg chg="add mod">
            <ac:chgData name="Archana Uday Dange" userId="a2b7b50a-7297-4a82-960b-35987071303d" providerId="ADAL" clId="{E0A95A1D-C48E-4029-8FDE-447EE598611E}" dt="2026-02-17T09:18:14.441" v="3161" actId="207"/>
            <ac:spMkLst>
              <pc:docMk/>
              <pc:sldMasterMk cId="1865073278" sldId="2147483648"/>
              <pc:sldLayoutMk cId="4293316990" sldId="2147483656"/>
              <ac:spMk id="7" creationId="{F9F260D2-334C-2F4D-2726-CD4571B12767}"/>
            </ac:spMkLst>
          </pc:spChg>
          <pc:spChg chg="add mod">
            <ac:chgData name="Archana Uday Dange" userId="a2b7b50a-7297-4a82-960b-35987071303d" providerId="ADAL" clId="{E0A95A1D-C48E-4029-8FDE-447EE598611E}" dt="2026-02-06T08:01:55.769" v="1769" actId="1076"/>
            <ac:spMkLst>
              <pc:docMk/>
              <pc:sldMasterMk cId="1865073278" sldId="2147483648"/>
              <pc:sldLayoutMk cId="4293316990" sldId="2147483656"/>
              <ac:spMk id="8" creationId="{48289775-276E-A014-BE0D-8F80B0298A35}"/>
            </ac:spMkLst>
          </pc:spChg>
          <pc:picChg chg="add del mod">
            <ac:chgData name="Archana Uday Dange" userId="a2b7b50a-7297-4a82-960b-35987071303d" providerId="ADAL" clId="{E0A95A1D-C48E-4029-8FDE-447EE598611E}" dt="2026-02-17T12:56:13.041" v="3234" actId="478"/>
            <ac:picMkLst>
              <pc:docMk/>
              <pc:sldMasterMk cId="1865073278" sldId="2147483648"/>
              <pc:sldLayoutMk cId="4293316990" sldId="2147483656"/>
              <ac:picMk id="2" creationId="{5D3A8D85-2364-1FD8-298B-3FD53CDDB567}"/>
            </ac:picMkLst>
          </pc:picChg>
          <pc:picChg chg="add mod">
            <ac:chgData name="Archana Uday Dange" userId="a2b7b50a-7297-4a82-960b-35987071303d" providerId="ADAL" clId="{E0A95A1D-C48E-4029-8FDE-447EE598611E}" dt="2026-02-06T08:01:48.482" v="1767" actId="34135"/>
            <ac:picMkLst>
              <pc:docMk/>
              <pc:sldMasterMk cId="1865073278" sldId="2147483648"/>
              <pc:sldLayoutMk cId="4293316990" sldId="2147483656"/>
              <ac:picMk id="6" creationId="{A1C58EC1-EECC-CFCF-43EE-F5FDBA1A1D85}"/>
            </ac:picMkLst>
          </pc:picChg>
        </pc:sldLayoutChg>
        <pc:sldLayoutChg chg="addSp modSp add mod modTransition">
          <pc:chgData name="Archana Uday Dange" userId="a2b7b50a-7297-4a82-960b-35987071303d" providerId="ADAL" clId="{E0A95A1D-C48E-4029-8FDE-447EE598611E}" dt="2026-02-17T09:21:16.275" v="3199" actId="207"/>
          <pc:sldLayoutMkLst>
            <pc:docMk/>
            <pc:sldMasterMk cId="1865073278" sldId="2147483648"/>
            <pc:sldLayoutMk cId="2111305962" sldId="2147483657"/>
          </pc:sldLayoutMkLst>
          <pc:spChg chg="add mod">
            <ac:chgData name="Archana Uday Dange" userId="a2b7b50a-7297-4a82-960b-35987071303d" providerId="ADAL" clId="{E0A95A1D-C48E-4029-8FDE-447EE598611E}" dt="2026-02-10T10:18:33.361" v="3034" actId="552"/>
            <ac:spMkLst>
              <pc:docMk/>
              <pc:sldMasterMk cId="1865073278" sldId="2147483648"/>
              <pc:sldLayoutMk cId="2111305962" sldId="2147483657"/>
              <ac:spMk id="3" creationId="{37719C74-097B-BA8E-78B8-B37DE0BC4E3A}"/>
            </ac:spMkLst>
          </pc:spChg>
          <pc:spChg chg="add mod">
            <ac:chgData name="Archana Uday Dange" userId="a2b7b50a-7297-4a82-960b-35987071303d" providerId="ADAL" clId="{E0A95A1D-C48E-4029-8FDE-447EE598611E}" dt="2026-02-17T09:21:16.275" v="3199" actId="207"/>
            <ac:spMkLst>
              <pc:docMk/>
              <pc:sldMasterMk cId="1865073278" sldId="2147483648"/>
              <pc:sldLayoutMk cId="2111305962" sldId="2147483657"/>
              <ac:spMk id="4" creationId="{97303A96-D264-8814-EC03-4AEC499B9FDC}"/>
            </ac:spMkLst>
          </pc:spChg>
          <pc:picChg chg="mod modCrop">
            <ac:chgData name="Archana Uday Dange" userId="a2b7b50a-7297-4a82-960b-35987071303d" providerId="ADAL" clId="{E0A95A1D-C48E-4029-8FDE-447EE598611E}" dt="2026-02-10T10:18:11.100" v="3029" actId="1076"/>
            <ac:picMkLst>
              <pc:docMk/>
              <pc:sldMasterMk cId="1865073278" sldId="2147483648"/>
              <pc:sldLayoutMk cId="2111305962" sldId="2147483657"/>
              <ac:picMk id="2" creationId="{8EA05FE7-86CE-1553-B2A7-3B2BB4F29F1D}"/>
            </ac:picMkLst>
          </pc:picChg>
        </pc:sldLayoutChg>
        <pc:sldLayoutChg chg="addSp delSp modSp add mod modTransition">
          <pc:chgData name="Archana Uday Dange" userId="a2b7b50a-7297-4a82-960b-35987071303d" providerId="ADAL" clId="{E0A95A1D-C48E-4029-8FDE-447EE598611E}" dt="2026-02-17T09:21:11.715" v="3198" actId="207"/>
          <pc:sldLayoutMkLst>
            <pc:docMk/>
            <pc:sldMasterMk cId="1865073278" sldId="2147483648"/>
            <pc:sldLayoutMk cId="3788872610" sldId="2147483658"/>
          </pc:sldLayoutMkLst>
          <pc:spChg chg="add mod">
            <ac:chgData name="Archana Uday Dange" userId="a2b7b50a-7297-4a82-960b-35987071303d" providerId="ADAL" clId="{E0A95A1D-C48E-4029-8FDE-447EE598611E}" dt="2026-02-10T10:18:36.814" v="3035" actId="552"/>
            <ac:spMkLst>
              <pc:docMk/>
              <pc:sldMasterMk cId="1865073278" sldId="2147483648"/>
              <pc:sldLayoutMk cId="3788872610" sldId="2147483658"/>
              <ac:spMk id="5" creationId="{7EB432F8-F616-3365-CB6B-2AF7F56F2EFD}"/>
            </ac:spMkLst>
          </pc:spChg>
          <pc:spChg chg="add mod">
            <ac:chgData name="Archana Uday Dange" userId="a2b7b50a-7297-4a82-960b-35987071303d" providerId="ADAL" clId="{E0A95A1D-C48E-4029-8FDE-447EE598611E}" dt="2026-02-17T09:21:11.715" v="3198" actId="207"/>
            <ac:spMkLst>
              <pc:docMk/>
              <pc:sldMasterMk cId="1865073278" sldId="2147483648"/>
              <pc:sldLayoutMk cId="3788872610" sldId="2147483658"/>
              <ac:spMk id="6" creationId="{23C07B53-4A69-B366-FE24-8070B5725FEC}"/>
            </ac:spMkLst>
          </pc:spChg>
          <pc:picChg chg="mod">
            <ac:chgData name="Archana Uday Dange" userId="a2b7b50a-7297-4a82-960b-35987071303d" providerId="ADAL" clId="{E0A95A1D-C48E-4029-8FDE-447EE598611E}" dt="2026-02-05T10:44:48.300" v="1161" actId="1076"/>
            <ac:picMkLst>
              <pc:docMk/>
              <pc:sldMasterMk cId="1865073278" sldId="2147483648"/>
              <pc:sldLayoutMk cId="3788872610" sldId="2147483658"/>
              <ac:picMk id="2" creationId="{8EA05FE7-86CE-1553-B2A7-3B2BB4F29F1D}"/>
            </ac:picMkLst>
          </pc:picChg>
        </pc:sldLayoutChg>
        <pc:sldLayoutChg chg="addSp delSp modSp add mod modTransition">
          <pc:chgData name="Archana Uday Dange" userId="a2b7b50a-7297-4a82-960b-35987071303d" providerId="ADAL" clId="{E0A95A1D-C48E-4029-8FDE-447EE598611E}" dt="2026-02-09T09:30:58.252" v="2608" actId="167"/>
          <pc:sldLayoutMkLst>
            <pc:docMk/>
            <pc:sldMasterMk cId="1865073278" sldId="2147483648"/>
            <pc:sldLayoutMk cId="467613280" sldId="2147483659"/>
          </pc:sldLayoutMkLst>
          <pc:spChg chg="add mod">
            <ac:chgData name="Archana Uday Dange" userId="a2b7b50a-7297-4a82-960b-35987071303d" providerId="ADAL" clId="{E0A95A1D-C48E-4029-8FDE-447EE598611E}" dt="2026-02-06T07:22:36.023" v="1269" actId="207"/>
            <ac:spMkLst>
              <pc:docMk/>
              <pc:sldMasterMk cId="1865073278" sldId="2147483648"/>
              <pc:sldLayoutMk cId="467613280" sldId="2147483659"/>
              <ac:spMk id="18" creationId="{D52AFB0A-16FF-5B74-E535-F1BBB440A36B}"/>
            </ac:spMkLst>
          </pc:spChg>
          <pc:spChg chg="add mod">
            <ac:chgData name="Archana Uday Dange" userId="a2b7b50a-7297-4a82-960b-35987071303d" providerId="ADAL" clId="{E0A95A1D-C48E-4029-8FDE-447EE598611E}" dt="2026-02-06T07:29:14.715" v="1287" actId="207"/>
            <ac:spMkLst>
              <pc:docMk/>
              <pc:sldMasterMk cId="1865073278" sldId="2147483648"/>
              <pc:sldLayoutMk cId="467613280" sldId="2147483659"/>
              <ac:spMk id="19" creationId="{457C68B9-980E-56ED-8F9A-4F47E539CAEC}"/>
            </ac:spMkLst>
          </pc:spChg>
          <pc:spChg chg="add mod">
            <ac:chgData name="Archana Uday Dange" userId="a2b7b50a-7297-4a82-960b-35987071303d" providerId="ADAL" clId="{E0A95A1D-C48E-4029-8FDE-447EE598611E}" dt="2026-02-06T07:22:36.023" v="1269" actId="207"/>
            <ac:spMkLst>
              <pc:docMk/>
              <pc:sldMasterMk cId="1865073278" sldId="2147483648"/>
              <pc:sldLayoutMk cId="467613280" sldId="2147483659"/>
              <ac:spMk id="20" creationId="{9B85679B-FD12-01E8-3B37-1B2DB09DD6EF}"/>
            </ac:spMkLst>
          </pc:spChg>
          <pc:picChg chg="add mod ord modCrop">
            <ac:chgData name="Archana Uday Dange" userId="a2b7b50a-7297-4a82-960b-35987071303d" providerId="ADAL" clId="{E0A95A1D-C48E-4029-8FDE-447EE598611E}" dt="2026-02-09T09:30:58.252" v="2608" actId="167"/>
            <ac:picMkLst>
              <pc:docMk/>
              <pc:sldMasterMk cId="1865073278" sldId="2147483648"/>
              <pc:sldLayoutMk cId="467613280" sldId="2147483659"/>
              <ac:picMk id="11" creationId="{339CD4A3-6E7C-F10F-C221-4447D9CE527F}"/>
            </ac:picMkLst>
          </pc:picChg>
          <pc:picChg chg="add mod">
            <ac:chgData name="Archana Uday Dange" userId="a2b7b50a-7297-4a82-960b-35987071303d" providerId="ADAL" clId="{E0A95A1D-C48E-4029-8FDE-447EE598611E}" dt="2026-02-06T07:21:59.714" v="1263"/>
            <ac:picMkLst>
              <pc:docMk/>
              <pc:sldMasterMk cId="1865073278" sldId="2147483648"/>
              <pc:sldLayoutMk cId="467613280" sldId="2147483659"/>
              <ac:picMk id="14" creationId="{C8D7EB7F-8E52-740C-332C-D93AE25DEE8A}"/>
            </ac:picMkLst>
          </pc:picChg>
          <pc:picChg chg="add mod">
            <ac:chgData name="Archana Uday Dange" userId="a2b7b50a-7297-4a82-960b-35987071303d" providerId="ADAL" clId="{E0A95A1D-C48E-4029-8FDE-447EE598611E}" dt="2026-02-06T07:22:28.157" v="1268" actId="1367"/>
            <ac:picMkLst>
              <pc:docMk/>
              <pc:sldMasterMk cId="1865073278" sldId="2147483648"/>
              <pc:sldLayoutMk cId="467613280" sldId="2147483659"/>
              <ac:picMk id="21" creationId="{01EB228B-15FF-99ED-B3E2-D3CBD6B56471}"/>
            </ac:picMkLst>
          </pc:picChg>
        </pc:sldLayoutChg>
        <pc:sldLayoutChg chg="addSp delSp modSp add mod modTransition">
          <pc:chgData name="Archana Uday Dange" userId="a2b7b50a-7297-4a82-960b-35987071303d" providerId="ADAL" clId="{E0A95A1D-C48E-4029-8FDE-447EE598611E}" dt="2026-02-06T10:58:59.736" v="2427" actId="255"/>
          <pc:sldLayoutMkLst>
            <pc:docMk/>
            <pc:sldMasterMk cId="1865073278" sldId="2147483648"/>
            <pc:sldLayoutMk cId="21623307" sldId="2147483660"/>
          </pc:sldLayoutMkLst>
          <pc:spChg chg="add mod">
            <ac:chgData name="Archana Uday Dange" userId="a2b7b50a-7297-4a82-960b-35987071303d" providerId="ADAL" clId="{E0A95A1D-C48E-4029-8FDE-447EE598611E}" dt="2026-02-06T10:58:59.736" v="2427" actId="255"/>
            <ac:spMkLst>
              <pc:docMk/>
              <pc:sldMasterMk cId="1865073278" sldId="2147483648"/>
              <pc:sldLayoutMk cId="21623307" sldId="2147483660"/>
              <ac:spMk id="2" creationId="{0818C871-1B4B-0136-F91D-104B6A5A846B}"/>
            </ac:spMkLst>
          </pc:spChg>
        </pc:sldLayoutChg>
        <pc:sldLayoutChg chg="addSp delSp modSp add mod modTransition">
          <pc:chgData name="Archana Uday Dange" userId="a2b7b50a-7297-4a82-960b-35987071303d" providerId="ADAL" clId="{E0A95A1D-C48E-4029-8FDE-447EE598611E}" dt="2026-02-17T12:56:19.714" v="3237" actId="478"/>
          <pc:sldLayoutMkLst>
            <pc:docMk/>
            <pc:sldMasterMk cId="1865073278" sldId="2147483648"/>
            <pc:sldLayoutMk cId="3159288391" sldId="2147483661"/>
          </pc:sldLayoutMkLst>
          <pc:spChg chg="add mod ord">
            <ac:chgData name="Archana Uday Dange" userId="a2b7b50a-7297-4a82-960b-35987071303d" providerId="ADAL" clId="{E0A95A1D-C48E-4029-8FDE-447EE598611E}" dt="2026-02-06T08:03:07.214" v="1779" actId="167"/>
            <ac:spMkLst>
              <pc:docMk/>
              <pc:sldMasterMk cId="1865073278" sldId="2147483648"/>
              <pc:sldLayoutMk cId="3159288391" sldId="2147483661"/>
              <ac:spMk id="2" creationId="{476F0F74-D770-01F6-3768-B15D5D0F6B11}"/>
            </ac:spMkLst>
          </pc:spChg>
          <pc:spChg chg="add mod">
            <ac:chgData name="Archana Uday Dange" userId="a2b7b50a-7297-4a82-960b-35987071303d" providerId="ADAL" clId="{E0A95A1D-C48E-4029-8FDE-447EE598611E}" dt="2026-02-09T10:53:23.779" v="2627" actId="20577"/>
            <ac:spMkLst>
              <pc:docMk/>
              <pc:sldMasterMk cId="1865073278" sldId="2147483648"/>
              <pc:sldLayoutMk cId="3159288391" sldId="2147483661"/>
              <ac:spMk id="3" creationId="{5DE40A26-0B7C-4850-D354-74DF9E8E5DD7}"/>
            </ac:spMkLst>
          </pc:spChg>
          <pc:spChg chg="add mod">
            <ac:chgData name="Archana Uday Dange" userId="a2b7b50a-7297-4a82-960b-35987071303d" providerId="ADAL" clId="{E0A95A1D-C48E-4029-8FDE-447EE598611E}" dt="2026-02-06T08:03:20.148" v="1780"/>
            <ac:spMkLst>
              <pc:docMk/>
              <pc:sldMasterMk cId="1865073278" sldId="2147483648"/>
              <pc:sldLayoutMk cId="3159288391" sldId="2147483661"/>
              <ac:spMk id="4" creationId="{61B0E7C7-DBE5-FB85-037D-6C09671CDA81}"/>
            </ac:spMkLst>
          </pc:spChg>
          <pc:spChg chg="mod">
            <ac:chgData name="Archana Uday Dange" userId="a2b7b50a-7297-4a82-960b-35987071303d" providerId="ADAL" clId="{E0A95A1D-C48E-4029-8FDE-447EE598611E}" dt="2026-02-17T09:18:19.723" v="3162" actId="207"/>
            <ac:spMkLst>
              <pc:docMk/>
              <pc:sldMasterMk cId="1865073278" sldId="2147483648"/>
              <pc:sldLayoutMk cId="3159288391" sldId="2147483661"/>
              <ac:spMk id="7" creationId="{F9F260D2-334C-2F4D-2726-CD4571B12767}"/>
            </ac:spMkLst>
          </pc:spChg>
          <pc:spChg chg="mod">
            <ac:chgData name="Archana Uday Dange" userId="a2b7b50a-7297-4a82-960b-35987071303d" providerId="ADAL" clId="{E0A95A1D-C48E-4029-8FDE-447EE598611E}" dt="2026-02-06T08:02:15.307" v="1773" actId="207"/>
            <ac:spMkLst>
              <pc:docMk/>
              <pc:sldMasterMk cId="1865073278" sldId="2147483648"/>
              <pc:sldLayoutMk cId="3159288391" sldId="2147483661"/>
              <ac:spMk id="8" creationId="{48289775-276E-A014-BE0D-8F80B0298A35}"/>
            </ac:spMkLst>
          </pc:spChg>
          <pc:picChg chg="add del mod">
            <ac:chgData name="Archana Uday Dange" userId="a2b7b50a-7297-4a82-960b-35987071303d" providerId="ADAL" clId="{E0A95A1D-C48E-4029-8FDE-447EE598611E}" dt="2026-02-17T12:56:06.605" v="3231" actId="478"/>
            <ac:picMkLst>
              <pc:docMk/>
              <pc:sldMasterMk cId="1865073278" sldId="2147483648"/>
              <pc:sldLayoutMk cId="3159288391" sldId="2147483661"/>
              <ac:picMk id="5" creationId="{8ABB6A4D-5B85-FF2B-A008-B41F00693D96}"/>
            </ac:picMkLst>
          </pc:picChg>
          <pc:picChg chg="add del mod">
            <ac:chgData name="Archana Uday Dange" userId="a2b7b50a-7297-4a82-960b-35987071303d" providerId="ADAL" clId="{E0A95A1D-C48E-4029-8FDE-447EE598611E}" dt="2026-02-17T12:56:05.185" v="3230" actId="21"/>
            <ac:picMkLst>
              <pc:docMk/>
              <pc:sldMasterMk cId="1865073278" sldId="2147483648"/>
              <pc:sldLayoutMk cId="3159288391" sldId="2147483661"/>
              <ac:picMk id="9" creationId="{48F30572-FD27-D44C-4B34-960925D928BE}"/>
            </ac:picMkLst>
          </pc:picChg>
          <pc:picChg chg="add mod">
            <ac:chgData name="Archana Uday Dange" userId="a2b7b50a-7297-4a82-960b-35987071303d" providerId="ADAL" clId="{E0A95A1D-C48E-4029-8FDE-447EE598611E}" dt="2026-02-17T12:56:07.306" v="3232"/>
            <ac:picMkLst>
              <pc:docMk/>
              <pc:sldMasterMk cId="1865073278" sldId="2147483648"/>
              <pc:sldLayoutMk cId="3159288391" sldId="2147483661"/>
              <ac:picMk id="10" creationId="{48F30572-FD27-D44C-4B34-960925D928BE}"/>
            </ac:picMkLst>
          </pc:picChg>
          <pc:picChg chg="add del mod">
            <ac:chgData name="Archana Uday Dange" userId="a2b7b50a-7297-4a82-960b-35987071303d" providerId="ADAL" clId="{E0A95A1D-C48E-4029-8FDE-447EE598611E}" dt="2026-02-17T12:56:19.714" v="3237" actId="478"/>
            <ac:picMkLst>
              <pc:docMk/>
              <pc:sldMasterMk cId="1865073278" sldId="2147483648"/>
              <pc:sldLayoutMk cId="3159288391" sldId="2147483661"/>
              <ac:picMk id="11" creationId="{059D008D-BDB4-32E3-19F2-AAFE851B07A5}"/>
            </ac:picMkLst>
          </pc:picChg>
        </pc:sldLayoutChg>
        <pc:sldLayoutChg chg="addSp delSp modSp add mod modTransition">
          <pc:chgData name="Archana Uday Dange" userId="a2b7b50a-7297-4a82-960b-35987071303d" providerId="ADAL" clId="{E0A95A1D-C48E-4029-8FDE-447EE598611E}" dt="2026-02-06T10:59:07.092" v="2428" actId="255"/>
          <pc:sldLayoutMkLst>
            <pc:docMk/>
            <pc:sldMasterMk cId="1865073278" sldId="2147483648"/>
            <pc:sldLayoutMk cId="954340698" sldId="2147483662"/>
          </pc:sldLayoutMkLst>
          <pc:spChg chg="add mod">
            <ac:chgData name="Archana Uday Dange" userId="a2b7b50a-7297-4a82-960b-35987071303d" providerId="ADAL" clId="{E0A95A1D-C48E-4029-8FDE-447EE598611E}" dt="2026-02-06T08:40:01.134" v="1986" actId="948"/>
            <ac:spMkLst>
              <pc:docMk/>
              <pc:sldMasterMk cId="1865073278" sldId="2147483648"/>
              <pc:sldLayoutMk cId="954340698" sldId="2147483662"/>
              <ac:spMk id="2" creationId="{70654A5E-FACB-D79E-6CBB-15582D310640}"/>
            </ac:spMkLst>
          </pc:spChg>
          <pc:spChg chg="add mod">
            <ac:chgData name="Archana Uday Dange" userId="a2b7b50a-7297-4a82-960b-35987071303d" providerId="ADAL" clId="{E0A95A1D-C48E-4029-8FDE-447EE598611E}" dt="2026-02-06T10:59:07.092" v="2428" actId="255"/>
            <ac:spMkLst>
              <pc:docMk/>
              <pc:sldMasterMk cId="1865073278" sldId="2147483648"/>
              <pc:sldLayoutMk cId="954340698" sldId="2147483662"/>
              <ac:spMk id="4" creationId="{D040643D-EC80-3DC1-0D43-05AE9EF38F30}"/>
            </ac:spMkLst>
          </pc:spChg>
        </pc:sldLayoutChg>
        <pc:sldLayoutChg chg="addSp delSp modSp add mod modTransition">
          <pc:chgData name="Archana Uday Dange" userId="a2b7b50a-7297-4a82-960b-35987071303d" providerId="ADAL" clId="{E0A95A1D-C48E-4029-8FDE-447EE598611E}" dt="2026-02-17T09:18:35.359" v="3166" actId="207"/>
          <pc:sldLayoutMkLst>
            <pc:docMk/>
            <pc:sldMasterMk cId="1865073278" sldId="2147483648"/>
            <pc:sldLayoutMk cId="3133147630" sldId="2147483663"/>
          </pc:sldLayoutMkLst>
          <pc:spChg chg="add mod">
            <ac:chgData name="Archana Uday Dange" userId="a2b7b50a-7297-4a82-960b-35987071303d" providerId="ADAL" clId="{E0A95A1D-C48E-4029-8FDE-447EE598611E}" dt="2026-02-06T08:41:14.175" v="2015" actId="404"/>
            <ac:spMkLst>
              <pc:docMk/>
              <pc:sldMasterMk cId="1865073278" sldId="2147483648"/>
              <pc:sldLayoutMk cId="3133147630" sldId="2147483663"/>
              <ac:spMk id="3" creationId="{6676D095-4EC0-41B4-A451-478D10A1BBCC}"/>
            </ac:spMkLst>
          </pc:spChg>
          <pc:spChg chg="mod">
            <ac:chgData name="Archana Uday Dange" userId="a2b7b50a-7297-4a82-960b-35987071303d" providerId="ADAL" clId="{E0A95A1D-C48E-4029-8FDE-447EE598611E}" dt="2026-02-06T10:59:12.818" v="2429" actId="255"/>
            <ac:spMkLst>
              <pc:docMk/>
              <pc:sldMasterMk cId="1865073278" sldId="2147483648"/>
              <pc:sldLayoutMk cId="3133147630" sldId="2147483663"/>
              <ac:spMk id="4" creationId="{D040643D-EC80-3DC1-0D43-05AE9EF38F30}"/>
            </ac:spMkLst>
          </pc:spChg>
          <pc:spChg chg="add mod">
            <ac:chgData name="Archana Uday Dange" userId="a2b7b50a-7297-4a82-960b-35987071303d" providerId="ADAL" clId="{E0A95A1D-C48E-4029-8FDE-447EE598611E}" dt="2026-02-06T08:41:14.175" v="2015" actId="404"/>
            <ac:spMkLst>
              <pc:docMk/>
              <pc:sldMasterMk cId="1865073278" sldId="2147483648"/>
              <pc:sldLayoutMk cId="3133147630" sldId="2147483663"/>
              <ac:spMk id="5" creationId="{930799F0-63F8-A667-1AC8-A10A71379B35}"/>
            </ac:spMkLst>
          </pc:spChg>
          <pc:spChg chg="add mod">
            <ac:chgData name="Archana Uday Dange" userId="a2b7b50a-7297-4a82-960b-35987071303d" providerId="ADAL" clId="{E0A95A1D-C48E-4029-8FDE-447EE598611E}" dt="2026-02-17T09:18:35.359" v="3166" actId="207"/>
            <ac:spMkLst>
              <pc:docMk/>
              <pc:sldMasterMk cId="1865073278" sldId="2147483648"/>
              <pc:sldLayoutMk cId="3133147630" sldId="2147483663"/>
              <ac:spMk id="6" creationId="{6CA36E2C-E384-261B-81F5-6CEC54550FC4}"/>
            </ac:spMkLst>
          </pc:spChg>
          <pc:spChg chg="add mod">
            <ac:chgData name="Archana Uday Dange" userId="a2b7b50a-7297-4a82-960b-35987071303d" providerId="ADAL" clId="{E0A95A1D-C48E-4029-8FDE-447EE598611E}" dt="2026-02-17T09:18:35.359" v="3166" actId="207"/>
            <ac:spMkLst>
              <pc:docMk/>
              <pc:sldMasterMk cId="1865073278" sldId="2147483648"/>
              <pc:sldLayoutMk cId="3133147630" sldId="2147483663"/>
              <ac:spMk id="7" creationId="{BAD265FE-1D30-845B-E5F7-771D36CC703E}"/>
            </ac:spMkLst>
          </pc:spChg>
        </pc:sldLayoutChg>
        <pc:sldLayoutChg chg="addSp delSp modSp add mod modTransition">
          <pc:chgData name="Archana Uday Dange" userId="a2b7b50a-7297-4a82-960b-35987071303d" providerId="ADAL" clId="{E0A95A1D-C48E-4029-8FDE-447EE598611E}" dt="2026-02-17T12:59:12.542" v="3249" actId="207"/>
          <pc:sldLayoutMkLst>
            <pc:docMk/>
            <pc:sldMasterMk cId="1865073278" sldId="2147483648"/>
            <pc:sldLayoutMk cId="3648427938" sldId="2147483664"/>
          </pc:sldLayoutMkLst>
          <pc:spChg chg="add mod ord">
            <ac:chgData name="Archana Uday Dange" userId="a2b7b50a-7297-4a82-960b-35987071303d" providerId="ADAL" clId="{E0A95A1D-C48E-4029-8FDE-447EE598611E}" dt="2026-02-17T09:18:49.804" v="3170" actId="207"/>
            <ac:spMkLst>
              <pc:docMk/>
              <pc:sldMasterMk cId="1865073278" sldId="2147483648"/>
              <pc:sldLayoutMk cId="3648427938" sldId="2147483664"/>
              <ac:spMk id="2" creationId="{0C4CE360-B046-51D3-8DC9-95F1031A8E54}"/>
            </ac:spMkLst>
          </pc:spChg>
          <pc:spChg chg="mod">
            <ac:chgData name="Archana Uday Dange" userId="a2b7b50a-7297-4a82-960b-35987071303d" providerId="ADAL" clId="{E0A95A1D-C48E-4029-8FDE-447EE598611E}" dt="2026-02-09T09:20:26.603" v="2594" actId="207"/>
            <ac:spMkLst>
              <pc:docMk/>
              <pc:sldMasterMk cId="1865073278" sldId="2147483648"/>
              <pc:sldLayoutMk cId="3648427938" sldId="2147483664"/>
              <ac:spMk id="4" creationId="{D040643D-EC80-3DC1-0D43-05AE9EF38F30}"/>
            </ac:spMkLst>
          </pc:spChg>
          <pc:spChg chg="add mod">
            <ac:chgData name="Archana Uday Dange" userId="a2b7b50a-7297-4a82-960b-35987071303d" providerId="ADAL" clId="{E0A95A1D-C48E-4029-8FDE-447EE598611E}" dt="2026-02-06T08:39:41.009" v="1983" actId="948"/>
            <ac:spMkLst>
              <pc:docMk/>
              <pc:sldMasterMk cId="1865073278" sldId="2147483648"/>
              <pc:sldLayoutMk cId="3648427938" sldId="2147483664"/>
              <ac:spMk id="6" creationId="{6922BF0B-5F43-2D0B-15CF-E022CF4D4642}"/>
            </ac:spMkLst>
          </pc:spChg>
          <pc:spChg chg="add mod">
            <ac:chgData name="Archana Uday Dange" userId="a2b7b50a-7297-4a82-960b-35987071303d" providerId="ADAL" clId="{E0A95A1D-C48E-4029-8FDE-447EE598611E}" dt="2026-02-17T12:59:12.542" v="3249" actId="207"/>
            <ac:spMkLst>
              <pc:docMk/>
              <pc:sldMasterMk cId="1865073278" sldId="2147483648"/>
              <pc:sldLayoutMk cId="3648427938" sldId="2147483664"/>
              <ac:spMk id="7" creationId="{564E6204-518A-644E-37A2-8CE40782A09B}"/>
            </ac:spMkLst>
          </pc:spChg>
          <pc:spChg chg="add mod">
            <ac:chgData name="Archana Uday Dange" userId="a2b7b50a-7297-4a82-960b-35987071303d" providerId="ADAL" clId="{E0A95A1D-C48E-4029-8FDE-447EE598611E}" dt="2026-02-17T12:59:12.542" v="3249" actId="207"/>
            <ac:spMkLst>
              <pc:docMk/>
              <pc:sldMasterMk cId="1865073278" sldId="2147483648"/>
              <pc:sldLayoutMk cId="3648427938" sldId="2147483664"/>
              <ac:spMk id="8" creationId="{F076F5C8-A92E-1C7A-A9D1-A6EF6CE3090A}"/>
            </ac:spMkLst>
          </pc:spChg>
        </pc:sldLayoutChg>
        <pc:sldLayoutChg chg="addSp delSp modSp add mod ord modTransition">
          <pc:chgData name="Archana Uday Dange" userId="a2b7b50a-7297-4a82-960b-35987071303d" providerId="ADAL" clId="{E0A95A1D-C48E-4029-8FDE-447EE598611E}" dt="2026-02-09T09:20:40.133" v="2596" actId="207"/>
          <pc:sldLayoutMkLst>
            <pc:docMk/>
            <pc:sldMasterMk cId="1865073278" sldId="2147483648"/>
            <pc:sldLayoutMk cId="1884568126" sldId="2147483665"/>
          </pc:sldLayoutMkLst>
          <pc:spChg chg="mod">
            <ac:chgData name="Archana Uday Dange" userId="a2b7b50a-7297-4a82-960b-35987071303d" providerId="ADAL" clId="{E0A95A1D-C48E-4029-8FDE-447EE598611E}" dt="2026-02-06T10:59:27.211" v="2431" actId="255"/>
            <ac:spMkLst>
              <pc:docMk/>
              <pc:sldMasterMk cId="1865073278" sldId="2147483648"/>
              <pc:sldLayoutMk cId="1884568126" sldId="2147483665"/>
              <ac:spMk id="4" creationId="{D040643D-EC80-3DC1-0D43-05AE9EF38F30}"/>
            </ac:spMkLst>
          </pc:spChg>
          <pc:spChg chg="mod">
            <ac:chgData name="Archana Uday Dange" userId="a2b7b50a-7297-4a82-960b-35987071303d" providerId="ADAL" clId="{E0A95A1D-C48E-4029-8FDE-447EE598611E}" dt="2026-02-06T10:04:52.995" v="2399" actId="12788"/>
            <ac:spMkLst>
              <pc:docMk/>
              <pc:sldMasterMk cId="1865073278" sldId="2147483648"/>
              <pc:sldLayoutMk cId="1884568126" sldId="2147483665"/>
              <ac:spMk id="5" creationId="{80990D61-D19A-D04B-31AC-08D0FC4F02E7}"/>
            </ac:spMkLst>
          </pc:spChg>
          <pc:spChg chg="add mod">
            <ac:chgData name="Archana Uday Dange" userId="a2b7b50a-7297-4a82-960b-35987071303d" providerId="ADAL" clId="{E0A95A1D-C48E-4029-8FDE-447EE598611E}" dt="2026-02-06T10:04:47.658" v="2398" actId="12788"/>
            <ac:spMkLst>
              <pc:docMk/>
              <pc:sldMasterMk cId="1865073278" sldId="2147483648"/>
              <pc:sldLayoutMk cId="1884568126" sldId="2147483665"/>
              <ac:spMk id="6" creationId="{176DC05E-9EFB-632B-16DF-F27BCF1BE236}"/>
            </ac:spMkLst>
          </pc:spChg>
          <pc:spChg chg="add mod">
            <ac:chgData name="Archana Uday Dange" userId="a2b7b50a-7297-4a82-960b-35987071303d" providerId="ADAL" clId="{E0A95A1D-C48E-4029-8FDE-447EE598611E}" dt="2026-02-06T10:05:00.104" v="2401" actId="12788"/>
            <ac:spMkLst>
              <pc:docMk/>
              <pc:sldMasterMk cId="1865073278" sldId="2147483648"/>
              <pc:sldLayoutMk cId="1884568126" sldId="2147483665"/>
              <ac:spMk id="7" creationId="{1DEFB79C-41AA-B5E8-F2A4-FC0A98F4E243}"/>
            </ac:spMkLst>
          </pc:spChg>
          <pc:spChg chg="mod">
            <ac:chgData name="Archana Uday Dange" userId="a2b7b50a-7297-4a82-960b-35987071303d" providerId="ADAL" clId="{E0A95A1D-C48E-4029-8FDE-447EE598611E}" dt="2026-02-06T10:05:05.004" v="2402" actId="12788"/>
            <ac:spMkLst>
              <pc:docMk/>
              <pc:sldMasterMk cId="1865073278" sldId="2147483648"/>
              <pc:sldLayoutMk cId="1884568126" sldId="2147483665"/>
              <ac:spMk id="8" creationId="{1101B646-1CF1-BF6F-92D1-96CA91759406}"/>
            </ac:spMkLst>
          </pc:spChg>
          <pc:spChg chg="mod">
            <ac:chgData name="Archana Uday Dange" userId="a2b7b50a-7297-4a82-960b-35987071303d" providerId="ADAL" clId="{E0A95A1D-C48E-4029-8FDE-447EE598611E}" dt="2026-02-06T10:04:15.370" v="2382" actId="1076"/>
            <ac:spMkLst>
              <pc:docMk/>
              <pc:sldMasterMk cId="1865073278" sldId="2147483648"/>
              <pc:sldLayoutMk cId="1884568126" sldId="2147483665"/>
              <ac:spMk id="9" creationId="{2FE6C53B-AA2A-92BB-2DCB-C2BBE59F1401}"/>
            </ac:spMkLst>
          </pc:spChg>
          <pc:spChg chg="mod">
            <ac:chgData name="Archana Uday Dange" userId="a2b7b50a-7297-4a82-960b-35987071303d" providerId="ADAL" clId="{E0A95A1D-C48E-4029-8FDE-447EE598611E}" dt="2026-02-06T10:04:13.038" v="2381" actId="1076"/>
            <ac:spMkLst>
              <pc:docMk/>
              <pc:sldMasterMk cId="1865073278" sldId="2147483648"/>
              <pc:sldLayoutMk cId="1884568126" sldId="2147483665"/>
              <ac:spMk id="10" creationId="{18519FE0-C82B-85E6-CE84-A471560CAE1F}"/>
            </ac:spMkLst>
          </pc:spChg>
          <pc:spChg chg="mod">
            <ac:chgData name="Archana Uday Dange" userId="a2b7b50a-7297-4a82-960b-35987071303d" providerId="ADAL" clId="{E0A95A1D-C48E-4029-8FDE-447EE598611E}" dt="2026-02-06T10:04:06.328" v="2380" actId="1076"/>
            <ac:spMkLst>
              <pc:docMk/>
              <pc:sldMasterMk cId="1865073278" sldId="2147483648"/>
              <pc:sldLayoutMk cId="1884568126" sldId="2147483665"/>
              <ac:spMk id="11" creationId="{331D5064-96AB-D8AA-2A99-DFD67A3AE044}"/>
            </ac:spMkLst>
          </pc:spChg>
          <pc:spChg chg="add mod">
            <ac:chgData name="Archana Uday Dange" userId="a2b7b50a-7297-4a82-960b-35987071303d" providerId="ADAL" clId="{E0A95A1D-C48E-4029-8FDE-447EE598611E}" dt="2026-02-06T10:04:27.478" v="2395" actId="1036"/>
            <ac:spMkLst>
              <pc:docMk/>
              <pc:sldMasterMk cId="1865073278" sldId="2147483648"/>
              <pc:sldLayoutMk cId="1884568126" sldId="2147483665"/>
              <ac:spMk id="12" creationId="{7F3DA4EE-FFF4-4EBB-9256-96ABEB68727A}"/>
            </ac:spMkLst>
          </pc:spChg>
          <pc:spChg chg="mod">
            <ac:chgData name="Archana Uday Dange" userId="a2b7b50a-7297-4a82-960b-35987071303d" providerId="ADAL" clId="{E0A95A1D-C48E-4029-8FDE-447EE598611E}" dt="2026-02-06T10:04:52.995" v="2399" actId="12788"/>
            <ac:spMkLst>
              <pc:docMk/>
              <pc:sldMasterMk cId="1865073278" sldId="2147483648"/>
              <pc:sldLayoutMk cId="1884568126" sldId="2147483665"/>
              <ac:spMk id="13" creationId="{1554DB67-51A6-2AFA-CC7C-9164ED9329F8}"/>
            </ac:spMkLst>
          </pc:spChg>
          <pc:spChg chg="mod">
            <ac:chgData name="Archana Uday Dange" userId="a2b7b50a-7297-4a82-960b-35987071303d" providerId="ADAL" clId="{E0A95A1D-C48E-4029-8FDE-447EE598611E}" dt="2026-02-06T10:05:00.104" v="2401" actId="12788"/>
            <ac:spMkLst>
              <pc:docMk/>
              <pc:sldMasterMk cId="1865073278" sldId="2147483648"/>
              <pc:sldLayoutMk cId="1884568126" sldId="2147483665"/>
              <ac:spMk id="14" creationId="{4122424C-5665-5C42-B001-FF3A71DE7B9C}"/>
            </ac:spMkLst>
          </pc:spChg>
          <pc:spChg chg="mod">
            <ac:chgData name="Archana Uday Dange" userId="a2b7b50a-7297-4a82-960b-35987071303d" providerId="ADAL" clId="{E0A95A1D-C48E-4029-8FDE-447EE598611E}" dt="2026-02-06T10:05:05.004" v="2402" actId="12788"/>
            <ac:spMkLst>
              <pc:docMk/>
              <pc:sldMasterMk cId="1865073278" sldId="2147483648"/>
              <pc:sldLayoutMk cId="1884568126" sldId="2147483665"/>
              <ac:spMk id="15" creationId="{D8613A64-4A19-17A4-837E-9AC7004CB4C2}"/>
            </ac:spMkLst>
          </pc:spChg>
          <pc:spChg chg="add mod">
            <ac:chgData name="Archana Uday Dange" userId="a2b7b50a-7297-4a82-960b-35987071303d" providerId="ADAL" clId="{E0A95A1D-C48E-4029-8FDE-447EE598611E}" dt="2026-02-09T09:20:40.133" v="2596" actId="207"/>
            <ac:spMkLst>
              <pc:docMk/>
              <pc:sldMasterMk cId="1865073278" sldId="2147483648"/>
              <pc:sldLayoutMk cId="1884568126" sldId="2147483665"/>
              <ac:spMk id="16" creationId="{46DE87A6-E5B3-A1F3-EE3A-2E8D506468E1}"/>
            </ac:spMkLst>
          </pc:spChg>
          <pc:spChg chg="mod">
            <ac:chgData name="Archana Uday Dange" userId="a2b7b50a-7297-4a82-960b-35987071303d" providerId="ADAL" clId="{E0A95A1D-C48E-4029-8FDE-447EE598611E}" dt="2026-02-09T09:20:40.133" v="2596" actId="207"/>
            <ac:spMkLst>
              <pc:docMk/>
              <pc:sldMasterMk cId="1865073278" sldId="2147483648"/>
              <pc:sldLayoutMk cId="1884568126" sldId="2147483665"/>
              <ac:spMk id="17" creationId="{F4E75145-BDA4-BAD0-7E47-60C7BFBBB79A}"/>
            </ac:spMkLst>
          </pc:spChg>
          <pc:spChg chg="add mod">
            <ac:chgData name="Archana Uday Dange" userId="a2b7b50a-7297-4a82-960b-35987071303d" providerId="ADAL" clId="{E0A95A1D-C48E-4029-8FDE-447EE598611E}" dt="2026-02-09T09:20:40.133" v="2596" actId="207"/>
            <ac:spMkLst>
              <pc:docMk/>
              <pc:sldMasterMk cId="1865073278" sldId="2147483648"/>
              <pc:sldLayoutMk cId="1884568126" sldId="2147483665"/>
              <ac:spMk id="18" creationId="{750B7BFA-7CF2-6EC1-9AC3-B26AF69CC552}"/>
            </ac:spMkLst>
          </pc:spChg>
          <pc:spChg chg="add mod">
            <ac:chgData name="Archana Uday Dange" userId="a2b7b50a-7297-4a82-960b-35987071303d" providerId="ADAL" clId="{E0A95A1D-C48E-4029-8FDE-447EE598611E}" dt="2026-02-09T09:20:40.133" v="2596" actId="207"/>
            <ac:spMkLst>
              <pc:docMk/>
              <pc:sldMasterMk cId="1865073278" sldId="2147483648"/>
              <pc:sldLayoutMk cId="1884568126" sldId="2147483665"/>
              <ac:spMk id="19" creationId="{3E31AAEB-EDF0-59E1-922A-293B2A33EE15}"/>
            </ac:spMkLst>
          </pc:spChg>
          <pc:spChg chg="add mod">
            <ac:chgData name="Archana Uday Dange" userId="a2b7b50a-7297-4a82-960b-35987071303d" providerId="ADAL" clId="{E0A95A1D-C48E-4029-8FDE-447EE598611E}" dt="2026-02-09T09:20:35.015" v="2595" actId="207"/>
            <ac:spMkLst>
              <pc:docMk/>
              <pc:sldMasterMk cId="1865073278" sldId="2147483648"/>
              <pc:sldLayoutMk cId="1884568126" sldId="2147483665"/>
              <ac:spMk id="20" creationId="{FAB9E7BA-6290-2E7E-5546-F98D5E01C23B}"/>
            </ac:spMkLst>
          </pc:spChg>
          <pc:spChg chg="mod">
            <ac:chgData name="Archana Uday Dange" userId="a2b7b50a-7297-4a82-960b-35987071303d" providerId="ADAL" clId="{E0A95A1D-C48E-4029-8FDE-447EE598611E}" dt="2026-02-09T09:20:35.015" v="2595" actId="207"/>
            <ac:spMkLst>
              <pc:docMk/>
              <pc:sldMasterMk cId="1865073278" sldId="2147483648"/>
              <pc:sldLayoutMk cId="1884568126" sldId="2147483665"/>
              <ac:spMk id="21" creationId="{F3D62C3B-F534-57B1-6B0D-215EAFDD6737}"/>
            </ac:spMkLst>
          </pc:spChg>
          <pc:spChg chg="add mod">
            <ac:chgData name="Archana Uday Dange" userId="a2b7b50a-7297-4a82-960b-35987071303d" providerId="ADAL" clId="{E0A95A1D-C48E-4029-8FDE-447EE598611E}" dt="2026-02-09T09:20:35.015" v="2595" actId="207"/>
            <ac:spMkLst>
              <pc:docMk/>
              <pc:sldMasterMk cId="1865073278" sldId="2147483648"/>
              <pc:sldLayoutMk cId="1884568126" sldId="2147483665"/>
              <ac:spMk id="22" creationId="{FA5FC70B-2316-60FF-41DE-42423218720E}"/>
            </ac:spMkLst>
          </pc:spChg>
          <pc:spChg chg="add mod">
            <ac:chgData name="Archana Uday Dange" userId="a2b7b50a-7297-4a82-960b-35987071303d" providerId="ADAL" clId="{E0A95A1D-C48E-4029-8FDE-447EE598611E}" dt="2026-02-09T09:20:35.015" v="2595" actId="207"/>
            <ac:spMkLst>
              <pc:docMk/>
              <pc:sldMasterMk cId="1865073278" sldId="2147483648"/>
              <pc:sldLayoutMk cId="1884568126" sldId="2147483665"/>
              <ac:spMk id="23" creationId="{22C27033-56BE-462E-4997-76295589B65C}"/>
            </ac:spMkLst>
          </pc:spChg>
          <pc:spChg chg="add mod">
            <ac:chgData name="Archana Uday Dange" userId="a2b7b50a-7297-4a82-960b-35987071303d" providerId="ADAL" clId="{E0A95A1D-C48E-4029-8FDE-447EE598611E}" dt="2026-02-06T10:04:47.658" v="2398" actId="12788"/>
            <ac:spMkLst>
              <pc:docMk/>
              <pc:sldMasterMk cId="1865073278" sldId="2147483648"/>
              <pc:sldLayoutMk cId="1884568126" sldId="2147483665"/>
              <ac:spMk id="24" creationId="{D58645EF-457E-A288-C41A-416D4E4D14A5}"/>
            </ac:spMkLst>
          </pc:spChg>
        </pc:sldLayoutChg>
        <pc:sldLayoutChg chg="addSp delSp modSp add mod ord modTransition">
          <pc:chgData name="Archana Uday Dange" userId="a2b7b50a-7297-4a82-960b-35987071303d" providerId="ADAL" clId="{E0A95A1D-C48E-4029-8FDE-447EE598611E}" dt="2026-02-17T12:58:47.988" v="3244" actId="478"/>
          <pc:sldLayoutMkLst>
            <pc:docMk/>
            <pc:sldMasterMk cId="1865073278" sldId="2147483648"/>
            <pc:sldLayoutMk cId="3484425789" sldId="2147483666"/>
          </pc:sldLayoutMkLst>
          <pc:spChg chg="add mod ord">
            <ac:chgData name="Archana Uday Dange" userId="a2b7b50a-7297-4a82-960b-35987071303d" providerId="ADAL" clId="{E0A95A1D-C48E-4029-8FDE-447EE598611E}" dt="2026-02-17T09:18:48.275" v="3169" actId="207"/>
            <ac:spMkLst>
              <pc:docMk/>
              <pc:sldMasterMk cId="1865073278" sldId="2147483648"/>
              <pc:sldLayoutMk cId="3484425789" sldId="2147483666"/>
              <ac:spMk id="2" creationId="{6A01BE54-23DB-1676-71AF-9C5333AA7C5E}"/>
            </ac:spMkLst>
          </pc:spChg>
          <pc:spChg chg="add mod">
            <ac:chgData name="Archana Uday Dange" userId="a2b7b50a-7297-4a82-960b-35987071303d" providerId="ADAL" clId="{E0A95A1D-C48E-4029-8FDE-447EE598611E}" dt="2026-02-09T10:54:11.360" v="2631" actId="20577"/>
            <ac:spMkLst>
              <pc:docMk/>
              <pc:sldMasterMk cId="1865073278" sldId="2147483648"/>
              <pc:sldLayoutMk cId="3484425789" sldId="2147483666"/>
              <ac:spMk id="3" creationId="{50AC1CCC-3CB6-FD1F-B5F8-024724CBB70B}"/>
            </ac:spMkLst>
          </pc:spChg>
          <pc:spChg chg="mod">
            <ac:chgData name="Archana Uday Dange" userId="a2b7b50a-7297-4a82-960b-35987071303d" providerId="ADAL" clId="{E0A95A1D-C48E-4029-8FDE-447EE598611E}" dt="2026-02-06T10:59:22.482" v="2430" actId="255"/>
            <ac:spMkLst>
              <pc:docMk/>
              <pc:sldMasterMk cId="1865073278" sldId="2147483648"/>
              <pc:sldLayoutMk cId="3484425789" sldId="2147483666"/>
              <ac:spMk id="4" creationId="{D040643D-EC80-3DC1-0D43-05AE9EF38F30}"/>
            </ac:spMkLst>
          </pc:spChg>
          <pc:spChg chg="add mod">
            <ac:chgData name="Archana Uday Dange" userId="a2b7b50a-7297-4a82-960b-35987071303d" providerId="ADAL" clId="{E0A95A1D-C48E-4029-8FDE-447EE598611E}" dt="2026-02-06T10:11:11.259" v="2411" actId="207"/>
            <ac:spMkLst>
              <pc:docMk/>
              <pc:sldMasterMk cId="1865073278" sldId="2147483648"/>
              <pc:sldLayoutMk cId="3484425789" sldId="2147483666"/>
              <ac:spMk id="5" creationId="{B6741B55-C97E-144B-9233-9B17A5294880}"/>
            </ac:spMkLst>
          </pc:spChg>
          <pc:spChg chg="add mod">
            <ac:chgData name="Archana Uday Dange" userId="a2b7b50a-7297-4a82-960b-35987071303d" providerId="ADAL" clId="{E0A95A1D-C48E-4029-8FDE-447EE598611E}" dt="2026-02-06T10:13:11.065" v="2423" actId="207"/>
            <ac:spMkLst>
              <pc:docMk/>
              <pc:sldMasterMk cId="1865073278" sldId="2147483648"/>
              <pc:sldLayoutMk cId="3484425789" sldId="2147483666"/>
              <ac:spMk id="7" creationId="{492F2C41-9422-5D77-4E8A-453010B0D189}"/>
            </ac:spMkLst>
          </pc:spChg>
          <pc:picChg chg="add del mod">
            <ac:chgData name="Archana Uday Dange" userId="a2b7b50a-7297-4a82-960b-35987071303d" providerId="ADAL" clId="{E0A95A1D-C48E-4029-8FDE-447EE598611E}" dt="2026-02-17T12:58:47.988" v="3244" actId="478"/>
            <ac:picMkLst>
              <pc:docMk/>
              <pc:sldMasterMk cId="1865073278" sldId="2147483648"/>
              <pc:sldLayoutMk cId="3484425789" sldId="2147483666"/>
              <ac:picMk id="6" creationId="{54E59835-17DE-B278-A481-C4747F889165}"/>
            </ac:picMkLst>
          </pc:picChg>
          <pc:picChg chg="add del mod">
            <ac:chgData name="Archana Uday Dange" userId="a2b7b50a-7297-4a82-960b-35987071303d" providerId="ADAL" clId="{E0A95A1D-C48E-4029-8FDE-447EE598611E}" dt="2026-02-17T12:58:42.049" v="3241" actId="21"/>
            <ac:picMkLst>
              <pc:docMk/>
              <pc:sldMasterMk cId="1865073278" sldId="2147483648"/>
              <pc:sldLayoutMk cId="3484425789" sldId="2147483666"/>
              <ac:picMk id="8" creationId="{368DBD8C-926D-63E5-80AF-128A098D5382}"/>
            </ac:picMkLst>
          </pc:picChg>
          <pc:picChg chg="add mod">
            <ac:chgData name="Archana Uday Dange" userId="a2b7b50a-7297-4a82-960b-35987071303d" providerId="ADAL" clId="{E0A95A1D-C48E-4029-8FDE-447EE598611E}" dt="2026-02-17T12:58:44.236" v="3243"/>
            <ac:picMkLst>
              <pc:docMk/>
              <pc:sldMasterMk cId="1865073278" sldId="2147483648"/>
              <pc:sldLayoutMk cId="3484425789" sldId="2147483666"/>
              <ac:picMk id="9" creationId="{368DBD8C-926D-63E5-80AF-128A098D5382}"/>
            </ac:picMkLst>
          </pc:picChg>
        </pc:sldLayoutChg>
        <pc:sldLayoutChg chg="addSp delSp modSp add mod modTransition">
          <pc:chgData name="Archana Uday Dange" userId="a2b7b50a-7297-4a82-960b-35987071303d" providerId="ADAL" clId="{E0A95A1D-C48E-4029-8FDE-447EE598611E}" dt="2026-02-06T13:08:39.415" v="2441" actId="1076"/>
          <pc:sldLayoutMkLst>
            <pc:docMk/>
            <pc:sldMasterMk cId="1865073278" sldId="2147483648"/>
            <pc:sldLayoutMk cId="1691226877" sldId="2147483667"/>
          </pc:sldLayoutMkLst>
          <pc:spChg chg="mod">
            <ac:chgData name="Archana Uday Dange" userId="a2b7b50a-7297-4a82-960b-35987071303d" providerId="ADAL" clId="{E0A95A1D-C48E-4029-8FDE-447EE598611E}" dt="2026-02-06T13:08:36.764" v="2439" actId="207"/>
            <ac:spMkLst>
              <pc:docMk/>
              <pc:sldMasterMk cId="1865073278" sldId="2147483648"/>
              <pc:sldLayoutMk cId="1691226877" sldId="2147483667"/>
              <ac:spMk id="8" creationId="{2B2AF93A-881B-D037-E49A-D478767FD5DE}"/>
            </ac:spMkLst>
          </pc:spChg>
          <pc:picChg chg="add mod">
            <ac:chgData name="Archana Uday Dange" userId="a2b7b50a-7297-4a82-960b-35987071303d" providerId="ADAL" clId="{E0A95A1D-C48E-4029-8FDE-447EE598611E}" dt="2026-02-06T13:08:39.415" v="2441" actId="1076"/>
            <ac:picMkLst>
              <pc:docMk/>
              <pc:sldMasterMk cId="1865073278" sldId="2147483648"/>
              <pc:sldLayoutMk cId="1691226877" sldId="2147483667"/>
              <ac:picMk id="2" creationId="{75FB5E02-032E-97BA-E7C0-102A9ACD82BE}"/>
            </ac:picMkLst>
          </pc:picChg>
        </pc:sldLayoutChg>
        <pc:sldLayoutChg chg="addSp delSp modSp add mod replId modTransition">
          <pc:chgData name="Archana Uday Dange" userId="a2b7b50a-7297-4a82-960b-35987071303d" providerId="ADAL" clId="{E0A95A1D-C48E-4029-8FDE-447EE598611E}" dt="2026-02-06T13:08:27.328" v="2435" actId="207"/>
          <pc:sldLayoutMkLst>
            <pc:docMk/>
            <pc:sldMasterMk cId="1865073278" sldId="2147483648"/>
            <pc:sldLayoutMk cId="682403526" sldId="2147483668"/>
          </pc:sldLayoutMkLst>
          <pc:spChg chg="add del mod">
            <ac:chgData name="Archana Uday Dange" userId="a2b7b50a-7297-4a82-960b-35987071303d" providerId="ADAL" clId="{E0A95A1D-C48E-4029-8FDE-447EE598611E}" dt="2026-02-06T13:08:27.328" v="2435" actId="207"/>
            <ac:spMkLst>
              <pc:docMk/>
              <pc:sldMasterMk cId="1865073278" sldId="2147483648"/>
              <pc:sldLayoutMk cId="682403526" sldId="2147483668"/>
              <ac:spMk id="8" creationId="{2B2AF93A-881B-D037-E49A-D478767FD5DE}"/>
            </ac:spMkLst>
          </pc:spChg>
        </pc:sldLayoutChg>
        <pc:sldLayoutChg chg="modSp add mod modTransition">
          <pc:chgData name="Archana Uday Dange" userId="a2b7b50a-7297-4a82-960b-35987071303d" providerId="ADAL" clId="{E0A95A1D-C48E-4029-8FDE-447EE598611E}" dt="2026-02-17T09:20:51.806" v="3196" actId="207"/>
          <pc:sldLayoutMkLst>
            <pc:docMk/>
            <pc:sldMasterMk cId="1865073278" sldId="2147483648"/>
            <pc:sldLayoutMk cId="899387800" sldId="2147483669"/>
          </pc:sldLayoutMkLst>
          <pc:spChg chg="mod">
            <ac:chgData name="Archana Uday Dange" userId="a2b7b50a-7297-4a82-960b-35987071303d" providerId="ADAL" clId="{E0A95A1D-C48E-4029-8FDE-447EE598611E}" dt="2026-02-10T10:18:40.895" v="3036" actId="552"/>
            <ac:spMkLst>
              <pc:docMk/>
              <pc:sldMasterMk cId="1865073278" sldId="2147483648"/>
              <pc:sldLayoutMk cId="899387800" sldId="2147483669"/>
              <ac:spMk id="5" creationId="{7EB432F8-F616-3365-CB6B-2AF7F56F2EFD}"/>
            </ac:spMkLst>
          </pc:spChg>
          <pc:spChg chg="mod">
            <ac:chgData name="Archana Uday Dange" userId="a2b7b50a-7297-4a82-960b-35987071303d" providerId="ADAL" clId="{E0A95A1D-C48E-4029-8FDE-447EE598611E}" dt="2026-02-17T09:20:51.806" v="3196" actId="207"/>
            <ac:spMkLst>
              <pc:docMk/>
              <pc:sldMasterMk cId="1865073278" sldId="2147483648"/>
              <pc:sldLayoutMk cId="899387800" sldId="2147483669"/>
              <ac:spMk id="6" creationId="{23C07B53-4A69-B366-FE24-8070B5725FEC}"/>
            </ac:spMkLst>
          </pc:spChg>
          <pc:spChg chg="mod">
            <ac:chgData name="Archana Uday Dange" userId="a2b7b50a-7297-4a82-960b-35987071303d" providerId="ADAL" clId="{E0A95A1D-C48E-4029-8FDE-447EE598611E}" dt="2026-02-10T10:17:40.974" v="3024" actId="207"/>
            <ac:spMkLst>
              <pc:docMk/>
              <pc:sldMasterMk cId="1865073278" sldId="2147483648"/>
              <pc:sldLayoutMk cId="899387800" sldId="2147483669"/>
              <ac:spMk id="8" creationId="{2B2AF93A-881B-D037-E49A-D478767FD5DE}"/>
            </ac:spMkLst>
          </pc:spChg>
        </pc:sldLayoutChg>
        <pc:sldLayoutChg chg="addSp delSp modSp add mod modTransition">
          <pc:chgData name="Archana Uday Dange" userId="a2b7b50a-7297-4a82-960b-35987071303d" providerId="ADAL" clId="{E0A95A1D-C48E-4029-8FDE-447EE598611E}" dt="2026-02-17T09:21:04.207" v="3197" actId="207"/>
          <pc:sldLayoutMkLst>
            <pc:docMk/>
            <pc:sldMasterMk cId="1865073278" sldId="2147483648"/>
            <pc:sldLayoutMk cId="3031712562" sldId="2147483670"/>
          </pc:sldLayoutMkLst>
          <pc:spChg chg="mod">
            <ac:chgData name="Archana Uday Dange" userId="a2b7b50a-7297-4a82-960b-35987071303d" providerId="ADAL" clId="{E0A95A1D-C48E-4029-8FDE-447EE598611E}" dt="2026-02-10T10:18:30.009" v="3033" actId="552"/>
            <ac:spMkLst>
              <pc:docMk/>
              <pc:sldMasterMk cId="1865073278" sldId="2147483648"/>
              <pc:sldLayoutMk cId="3031712562" sldId="2147483670"/>
              <ac:spMk id="5" creationId="{7EB432F8-F616-3365-CB6B-2AF7F56F2EFD}"/>
            </ac:spMkLst>
          </pc:spChg>
          <pc:spChg chg="mod">
            <ac:chgData name="Archana Uday Dange" userId="a2b7b50a-7297-4a82-960b-35987071303d" providerId="ADAL" clId="{E0A95A1D-C48E-4029-8FDE-447EE598611E}" dt="2026-02-17T09:21:04.207" v="3197" actId="207"/>
            <ac:spMkLst>
              <pc:docMk/>
              <pc:sldMasterMk cId="1865073278" sldId="2147483648"/>
              <pc:sldLayoutMk cId="3031712562" sldId="2147483670"/>
              <ac:spMk id="6" creationId="{23C07B53-4A69-B366-FE24-8070B5725FEC}"/>
            </ac:spMkLst>
          </pc:spChg>
          <pc:picChg chg="add mod">
            <ac:chgData name="Archana Uday Dange" userId="a2b7b50a-7297-4a82-960b-35987071303d" providerId="ADAL" clId="{E0A95A1D-C48E-4029-8FDE-447EE598611E}" dt="2026-02-10T10:18:15.214" v="3031"/>
            <ac:picMkLst>
              <pc:docMk/>
              <pc:sldMasterMk cId="1865073278" sldId="2147483648"/>
              <pc:sldLayoutMk cId="3031712562" sldId="2147483670"/>
              <ac:picMk id="3" creationId="{BA65655F-F6FC-B22C-9750-2AA349682F92}"/>
            </ac:picMkLst>
          </pc:picChg>
        </pc:sldLayoutChg>
        <pc:sldLayoutChg chg="addSp delSp modSp add mod modTransition">
          <pc:chgData name="Archana Uday Dange" userId="a2b7b50a-7297-4a82-960b-35987071303d" providerId="ADAL" clId="{E0A95A1D-C48E-4029-8FDE-447EE598611E}" dt="2026-02-17T06:39:05.190" v="3101" actId="21"/>
          <pc:sldLayoutMkLst>
            <pc:docMk/>
            <pc:sldMasterMk cId="1865073278" sldId="2147483648"/>
            <pc:sldLayoutMk cId="1367458778" sldId="2147483671"/>
          </pc:sldLayoutMkLst>
          <pc:picChg chg="add del mod">
            <ac:chgData name="Archana Uday Dange" userId="a2b7b50a-7297-4a82-960b-35987071303d" providerId="ADAL" clId="{E0A95A1D-C48E-4029-8FDE-447EE598611E}" dt="2026-02-17T06:39:05.190" v="3101" actId="21"/>
            <ac:picMkLst>
              <pc:docMk/>
              <pc:sldMasterMk cId="1865073278" sldId="2147483648"/>
              <pc:sldLayoutMk cId="1367458778" sldId="2147483671"/>
              <ac:picMk id="3" creationId="{3374F625-53B6-F6C3-65FD-62A2AE986A9D}"/>
            </ac:picMkLst>
          </pc:picChg>
        </pc:sldLayoutChg>
        <pc:sldLayoutChg chg="add del mod modTransition">
          <pc:chgData name="Archana Uday Dange" userId="a2b7b50a-7297-4a82-960b-35987071303d" providerId="ADAL" clId="{E0A95A1D-C48E-4029-8FDE-447EE598611E}" dt="2026-02-17T06:38:06.164" v="3089" actId="2890"/>
          <pc:sldLayoutMkLst>
            <pc:docMk/>
            <pc:sldMasterMk cId="1865073278" sldId="2147483648"/>
            <pc:sldLayoutMk cId="1871837152" sldId="2147483671"/>
          </pc:sldLayoutMkLst>
        </pc:sldLayoutChg>
        <pc:sldLayoutChg chg="addSp delSp modSp add mod modTransition">
          <pc:chgData name="Archana Uday Dange" userId="a2b7b50a-7297-4a82-960b-35987071303d" providerId="ADAL" clId="{E0A95A1D-C48E-4029-8FDE-447EE598611E}" dt="2026-02-17T12:59:00.667" v="3248" actId="207"/>
          <pc:sldLayoutMkLst>
            <pc:docMk/>
            <pc:sldMasterMk cId="1865073278" sldId="2147483648"/>
            <pc:sldLayoutMk cId="3294167780" sldId="2147483671"/>
          </pc:sldLayoutMkLst>
          <pc:spChg chg="mod">
            <ac:chgData name="Archana Uday Dange" userId="a2b7b50a-7297-4a82-960b-35987071303d" providerId="ADAL" clId="{E0A95A1D-C48E-4029-8FDE-447EE598611E}" dt="2026-02-17T12:59:00.667" v="3248" actId="207"/>
            <ac:spMkLst>
              <pc:docMk/>
              <pc:sldMasterMk cId="1865073278" sldId="2147483648"/>
              <pc:sldLayoutMk cId="3294167780" sldId="2147483671"/>
              <ac:spMk id="3" creationId="{50AC1CCC-3CB6-FD1F-B5F8-024724CBB70B}"/>
            </ac:spMkLst>
          </pc:spChg>
          <pc:spChg chg="mod">
            <ac:chgData name="Archana Uday Dange" userId="a2b7b50a-7297-4a82-960b-35987071303d" providerId="ADAL" clId="{E0A95A1D-C48E-4029-8FDE-447EE598611E}" dt="2026-02-17T12:58:26.911" v="3239" actId="207"/>
            <ac:spMkLst>
              <pc:docMk/>
              <pc:sldMasterMk cId="1865073278" sldId="2147483648"/>
              <pc:sldLayoutMk cId="3294167780" sldId="2147483671"/>
              <ac:spMk id="4" creationId="{D040643D-EC80-3DC1-0D43-05AE9EF38F30}"/>
            </ac:spMkLst>
          </pc:spChg>
          <pc:spChg chg="mod">
            <ac:chgData name="Archana Uday Dange" userId="a2b7b50a-7297-4a82-960b-35987071303d" providerId="ADAL" clId="{E0A95A1D-C48E-4029-8FDE-447EE598611E}" dt="2026-02-17T12:59:00.667" v="3248" actId="207"/>
            <ac:spMkLst>
              <pc:docMk/>
              <pc:sldMasterMk cId="1865073278" sldId="2147483648"/>
              <pc:sldLayoutMk cId="3294167780" sldId="2147483671"/>
              <ac:spMk id="5" creationId="{B6741B55-C97E-144B-9233-9B17A5294880}"/>
            </ac:spMkLst>
          </pc:spChg>
          <pc:spChg chg="mod">
            <ac:chgData name="Archana Uday Dange" userId="a2b7b50a-7297-4a82-960b-35987071303d" providerId="ADAL" clId="{E0A95A1D-C48E-4029-8FDE-447EE598611E}" dt="2026-02-17T12:58:26.911" v="3239" actId="207"/>
            <ac:spMkLst>
              <pc:docMk/>
              <pc:sldMasterMk cId="1865073278" sldId="2147483648"/>
              <pc:sldLayoutMk cId="3294167780" sldId="2147483671"/>
              <ac:spMk id="7" creationId="{492F2C41-9422-5D77-4E8A-453010B0D189}"/>
            </ac:spMkLst>
          </pc:spChg>
          <pc:picChg chg="del">
            <ac:chgData name="Archana Uday Dange" userId="a2b7b50a-7297-4a82-960b-35987071303d" providerId="ADAL" clId="{E0A95A1D-C48E-4029-8FDE-447EE598611E}" dt="2026-02-17T12:58:50.567" v="3245" actId="478"/>
            <ac:picMkLst>
              <pc:docMk/>
              <pc:sldMasterMk cId="1865073278" sldId="2147483648"/>
              <pc:sldLayoutMk cId="3294167780" sldId="2147483671"/>
              <ac:picMk id="6" creationId="{54E59835-17DE-B278-A481-C4747F889165}"/>
            </ac:picMkLst>
          </pc:picChg>
          <pc:picChg chg="add mod">
            <ac:chgData name="Archana Uday Dange" userId="a2b7b50a-7297-4a82-960b-35987071303d" providerId="ADAL" clId="{E0A95A1D-C48E-4029-8FDE-447EE598611E}" dt="2026-02-17T12:58:53.869" v="3247" actId="207"/>
            <ac:picMkLst>
              <pc:docMk/>
              <pc:sldMasterMk cId="1865073278" sldId="2147483648"/>
              <pc:sldLayoutMk cId="3294167780" sldId="2147483671"/>
              <ac:picMk id="8" creationId="{C0FC156C-2B52-83A4-36D8-3887BB915F11}"/>
            </ac:picMkLst>
          </pc:picChg>
        </pc:sldLayoutChg>
        <pc:sldLayoutChg chg="modSp add mod modTransition">
          <pc:chgData name="Archana Uday Dange" userId="a2b7b50a-7297-4a82-960b-35987071303d" providerId="ADAL" clId="{E0A95A1D-C48E-4029-8FDE-447EE598611E}" dt="2026-02-17T12:59:55.034" v="3253" actId="207"/>
          <pc:sldLayoutMkLst>
            <pc:docMk/>
            <pc:sldMasterMk cId="1865073278" sldId="2147483648"/>
            <pc:sldLayoutMk cId="2667136233" sldId="2147483672"/>
          </pc:sldLayoutMkLst>
          <pc:spChg chg="mod">
            <ac:chgData name="Archana Uday Dange" userId="a2b7b50a-7297-4a82-960b-35987071303d" providerId="ADAL" clId="{E0A95A1D-C48E-4029-8FDE-447EE598611E}" dt="2026-02-17T12:59:55.034" v="3253" actId="207"/>
            <ac:spMkLst>
              <pc:docMk/>
              <pc:sldMasterMk cId="1865073278" sldId="2147483648"/>
              <pc:sldLayoutMk cId="2667136233" sldId="2147483672"/>
              <ac:spMk id="2" creationId="{6A01BE54-23DB-1676-71AF-9C5333AA7C5E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035659747077070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ES Klarheit Grotesk" pitchFamily="2" charset="0"/>
              <a:ea typeface="ES Klarheit Grotesk" pitchFamily="2" charset="0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BB3B29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EA-4D65-8FE4-5A5CD57022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EC6957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EA-4D65-8FE4-5A5CD57022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F1A299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EA-4D65-8FE4-5A5CD57022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42280800"/>
        <c:axId val="942284160"/>
      </c:barChart>
      <c:catAx>
        <c:axId val="942280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ES Klarheit Grotesk" pitchFamily="2" charset="0"/>
                <a:ea typeface="ES Klarheit Grotesk" pitchFamily="2" charset="0"/>
                <a:cs typeface="+mn-cs"/>
              </a:defRPr>
            </a:pPr>
            <a:endParaRPr lang="en-US"/>
          </a:p>
        </c:txPr>
        <c:crossAx val="942284160"/>
        <c:crosses val="autoZero"/>
        <c:auto val="1"/>
        <c:lblAlgn val="ctr"/>
        <c:lblOffset val="100"/>
        <c:noMultiLvlLbl val="0"/>
      </c:catAx>
      <c:valAx>
        <c:axId val="94228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ES Klarheit Grotesk" pitchFamily="2" charset="0"/>
                <a:ea typeface="ES Klarheit Grotesk" pitchFamily="2" charset="0"/>
                <a:cs typeface="+mn-cs"/>
              </a:defRPr>
            </a:pPr>
            <a:endParaRPr lang="en-US"/>
          </a:p>
        </c:txPr>
        <c:crossAx val="942280800"/>
        <c:crosses val="autoZero"/>
        <c:crossBetween val="between"/>
      </c:valAx>
      <c:spPr>
        <a:noFill/>
        <a:ln>
          <a:solidFill>
            <a:schemeClr val="bg1">
              <a:lumMod val="95000"/>
            </a:schemeClr>
          </a:solidFill>
        </a:ln>
        <a:effectLst/>
      </c:spPr>
    </c:plotArea>
    <c:legend>
      <c:legendPos val="b"/>
      <c:layout>
        <c:manualLayout>
          <c:xMode val="edge"/>
          <c:yMode val="edge"/>
          <c:x val="0.27248645055731668"/>
          <c:y val="0.93341381543767821"/>
          <c:w val="0.49042517145894915"/>
          <c:h val="6.59597570288983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ES Klarheit Grotesk" pitchFamily="2" charset="0"/>
              <a:ea typeface="ES Klarheit Grotesk" pitchFamily="2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ES Klarheit Grotesk" pitchFamily="2" charset="0"/>
          <a:ea typeface="ES Klarheit Grotesk" pitchFamily="2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035659747077070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ES Klarheit Grotesk" pitchFamily="2" charset="0"/>
              <a:ea typeface="ES Klarheit Grotesk" pitchFamily="2" charset="0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EC6957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62-47BE-BA52-7435D71E42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AB5CB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62-47BE-BA52-7435D71E42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29968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62-47BE-BA52-7435D71E42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42280800"/>
        <c:axId val="942284160"/>
      </c:barChart>
      <c:catAx>
        <c:axId val="942280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ES Klarheit Grotesk" pitchFamily="2" charset="0"/>
                <a:ea typeface="ES Klarheit Grotesk" pitchFamily="2" charset="0"/>
                <a:cs typeface="+mn-cs"/>
              </a:defRPr>
            </a:pPr>
            <a:endParaRPr lang="en-US"/>
          </a:p>
        </c:txPr>
        <c:crossAx val="942284160"/>
        <c:crosses val="autoZero"/>
        <c:auto val="1"/>
        <c:lblAlgn val="ctr"/>
        <c:lblOffset val="100"/>
        <c:noMultiLvlLbl val="0"/>
      </c:catAx>
      <c:valAx>
        <c:axId val="94228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ES Klarheit Grotesk" pitchFamily="2" charset="0"/>
                <a:ea typeface="ES Klarheit Grotesk" pitchFamily="2" charset="0"/>
                <a:cs typeface="+mn-cs"/>
              </a:defRPr>
            </a:pPr>
            <a:endParaRPr lang="en-US"/>
          </a:p>
        </c:txPr>
        <c:crossAx val="942280800"/>
        <c:crosses val="autoZero"/>
        <c:crossBetween val="between"/>
      </c:valAx>
      <c:spPr>
        <a:noFill/>
        <a:ln>
          <a:solidFill>
            <a:schemeClr val="bg1">
              <a:lumMod val="95000"/>
            </a:schemeClr>
          </a:solidFill>
        </a:ln>
        <a:effectLst/>
      </c:spPr>
    </c:plotArea>
    <c:legend>
      <c:legendPos val="b"/>
      <c:layout>
        <c:manualLayout>
          <c:xMode val="edge"/>
          <c:yMode val="edge"/>
          <c:x val="0.27248645055731668"/>
          <c:y val="0.93341381543767821"/>
          <c:w val="0.49042517145894915"/>
          <c:h val="6.59597570288983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ES Klarheit Grotesk" pitchFamily="2" charset="0"/>
              <a:ea typeface="ES Klarheit Grotesk" pitchFamily="2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ES Klarheit Grotesk" pitchFamily="2" charset="0"/>
          <a:ea typeface="ES Klarheit Grotesk" pitchFamily="2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4152805118110236"/>
          <c:y val="3.378378378378378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ES Klarheit Grotesk" pitchFamily="2" charset="0"/>
              <a:ea typeface="ES Klarheit Grotesk" pitchFamily="2" charset="0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704575158125725"/>
          <c:y val="0.14239811662055757"/>
          <c:w val="0.54402329127404159"/>
          <c:h val="0.7175226111938710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F8-4D86-9FCF-925353409DD9}"/>
              </c:ext>
            </c:extLst>
          </c:dPt>
          <c:dPt>
            <c:idx val="1"/>
            <c:bubble3D val="0"/>
            <c:spPr>
              <a:solidFill>
                <a:schemeClr val="accent1">
                  <a:shade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4F8-4D86-9FCF-925353409DD9}"/>
              </c:ext>
            </c:extLst>
          </c:dPt>
          <c:dPt>
            <c:idx val="2"/>
            <c:bubble3D val="0"/>
            <c:spPr>
              <a:solidFill>
                <a:schemeClr val="accent1">
                  <a:shade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4F8-4D86-9FCF-925353409DD9}"/>
              </c:ext>
            </c:extLst>
          </c:dPt>
          <c:dPt>
            <c:idx val="3"/>
            <c:bubble3D val="0"/>
            <c:spPr>
              <a:solidFill>
                <a:schemeClr val="accent1">
                  <a:tint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4F8-4D86-9FCF-925353409DD9}"/>
              </c:ext>
            </c:extLst>
          </c:dPt>
          <c:dPt>
            <c:idx val="4"/>
            <c:bubble3D val="0"/>
            <c:spPr>
              <a:solidFill>
                <a:schemeClr val="accent1">
                  <a:tint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4F8-4D86-9FCF-925353409DD9}"/>
              </c:ext>
            </c:extLst>
          </c:dPt>
          <c:dPt>
            <c:idx val="5"/>
            <c:bubble3D val="0"/>
            <c:spPr>
              <a:solidFill>
                <a:schemeClr val="accent1">
                  <a:tint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4F8-4D86-9FCF-925353409DD9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1.8</c:v>
                </c:pt>
                <c:pt idx="5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4F8-4D86-9FCF-925353409D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542839163547175"/>
          <c:y val="0.68406123643328365"/>
          <c:w val="0.30897087933840672"/>
          <c:h val="0.265263001034445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ES Klarheit Grotesk" pitchFamily="2" charset="0"/>
              <a:ea typeface="ES Klarheit Grotesk" pitchFamily="2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>
          <a:latin typeface="ES Klarheit Grotesk" pitchFamily="2" charset="0"/>
          <a:ea typeface="ES Klarheit Grotesk" pitchFamily="2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EEFF08-CCC5-124F-9523-B8E6704415FD}" type="doc">
      <dgm:prSet loTypeId="urn:microsoft.com/office/officeart/2005/8/layout/radial1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A77B24FF-BD5E-9646-861E-B41522C11B50}">
      <dgm:prSet phldrT="[Text]" custT="1"/>
      <dgm:spPr>
        <a:xfrm>
          <a:off x="2754760" y="2096114"/>
          <a:ext cx="1609406" cy="1609406"/>
        </a:xfrm>
        <a:prstGeom prst="ellipse">
          <a:avLst/>
        </a:prstGeom>
        <a:solidFill>
          <a:srgbClr val="FF5E4F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50">
              <a:solidFill>
                <a:srgbClr val="FFFFFF"/>
              </a:solidFill>
              <a:latin typeface="ES Klarheit Grotesk"/>
              <a:ea typeface="+mn-ea"/>
              <a:cs typeface="+mn-cs"/>
            </a:rPr>
            <a:t>Example text</a:t>
          </a:r>
        </a:p>
      </dgm:t>
    </dgm:pt>
    <dgm:pt modelId="{9413C9D6-0092-034E-A848-5F4080207E0C}" type="parTrans" cxnId="{3473764C-4CF3-7441-A32B-907899AD6068}">
      <dgm:prSet/>
      <dgm:spPr/>
      <dgm:t>
        <a:bodyPr/>
        <a:lstStyle/>
        <a:p>
          <a:endParaRPr lang="en-GB" sz="1050"/>
        </a:p>
      </dgm:t>
    </dgm:pt>
    <dgm:pt modelId="{E62C10C3-7D8E-1F4F-A37C-1DC23B2D611B}" type="sibTrans" cxnId="{3473764C-4CF3-7441-A32B-907899AD6068}">
      <dgm:prSet/>
      <dgm:spPr/>
      <dgm:t>
        <a:bodyPr/>
        <a:lstStyle/>
        <a:p>
          <a:endParaRPr lang="en-GB" sz="1050"/>
        </a:p>
      </dgm:t>
    </dgm:pt>
    <dgm:pt modelId="{14A472A8-CAFC-9646-8133-E448E6D94FD9}">
      <dgm:prSet phldrT="[Text]" custT="1"/>
      <dgm:spPr>
        <a:xfrm>
          <a:off x="2754760" y="3202"/>
          <a:ext cx="1609406" cy="1609406"/>
        </a:xfrm>
        <a:prstGeom prst="ellipse">
          <a:avLst/>
        </a:prstGeom>
        <a:solidFill>
          <a:srgbClr val="559BB5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50">
              <a:solidFill>
                <a:srgbClr val="FFFFFF"/>
              </a:solidFill>
              <a:latin typeface="ES Klarheit Grotesk"/>
              <a:ea typeface="+mn-ea"/>
              <a:cs typeface="+mn-cs"/>
            </a:rPr>
            <a:t>Example text</a:t>
          </a:r>
        </a:p>
      </dgm:t>
    </dgm:pt>
    <dgm:pt modelId="{D0BBAA28-2753-2948-9D8C-726306C119CC}" type="parTrans" cxnId="{E9FB0674-40A8-2B41-975C-9D7EBEFEC05F}">
      <dgm:prSet custT="1"/>
      <dgm:spPr>
        <a:xfrm rot="16200000">
          <a:off x="3317711" y="1834014"/>
          <a:ext cx="483505" cy="40693"/>
        </a:xfrm>
        <a:custGeom>
          <a:avLst/>
          <a:gdLst/>
          <a:ahLst/>
          <a:cxnLst/>
          <a:rect l="0" t="0" r="0" b="0"/>
          <a:pathLst>
            <a:path>
              <a:moveTo>
                <a:pt x="0" y="20346"/>
              </a:moveTo>
              <a:lnTo>
                <a:pt x="483505" y="20346"/>
              </a:lnTo>
            </a:path>
          </a:pathLst>
        </a:custGeom>
        <a:noFill/>
        <a:ln w="3175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en-GB" sz="1050">
            <a:solidFill>
              <a:srgbClr val="1A1A1A">
                <a:hueOff val="0"/>
                <a:satOff val="0"/>
                <a:lumOff val="0"/>
                <a:alphaOff val="0"/>
              </a:srgbClr>
            </a:solidFill>
            <a:latin typeface="ES Klarheit Grotesk"/>
            <a:ea typeface="+mn-ea"/>
            <a:cs typeface="+mn-cs"/>
          </a:endParaRPr>
        </a:p>
      </dgm:t>
    </dgm:pt>
    <dgm:pt modelId="{18379502-9BFC-9544-B410-CC685EE23597}" type="sibTrans" cxnId="{E9FB0674-40A8-2B41-975C-9D7EBEFEC05F}">
      <dgm:prSet/>
      <dgm:spPr/>
      <dgm:t>
        <a:bodyPr/>
        <a:lstStyle/>
        <a:p>
          <a:endParaRPr lang="en-GB" sz="1050"/>
        </a:p>
      </dgm:t>
    </dgm:pt>
    <dgm:pt modelId="{5B9BEDF5-9839-BB4F-9FBA-2D4193C0580A}">
      <dgm:prSet phldrT="[Text]" custT="1"/>
      <dgm:spPr>
        <a:xfrm>
          <a:off x="4745238" y="1449368"/>
          <a:ext cx="1609406" cy="1609406"/>
        </a:xfrm>
        <a:prstGeom prst="ellipse">
          <a:avLst/>
        </a:prstGeom>
        <a:solidFill>
          <a:srgbClr val="482475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50">
              <a:solidFill>
                <a:srgbClr val="FFFFFF"/>
              </a:solidFill>
              <a:latin typeface="ES Klarheit Grotesk"/>
              <a:ea typeface="+mn-ea"/>
              <a:cs typeface="+mn-cs"/>
            </a:rPr>
            <a:t>Example text</a:t>
          </a:r>
        </a:p>
      </dgm:t>
    </dgm:pt>
    <dgm:pt modelId="{4C87D4C4-1087-2C47-A419-BD5F3CEEBDAB}" type="parTrans" cxnId="{0B98A4CF-9FCC-F84B-995E-4AD9DCE29CF3}">
      <dgm:prSet custT="1"/>
      <dgm:spPr>
        <a:xfrm rot="20520000">
          <a:off x="4312949" y="2557097"/>
          <a:ext cx="483505" cy="40693"/>
        </a:xfrm>
        <a:custGeom>
          <a:avLst/>
          <a:gdLst/>
          <a:ahLst/>
          <a:cxnLst/>
          <a:rect l="0" t="0" r="0" b="0"/>
          <a:pathLst>
            <a:path>
              <a:moveTo>
                <a:pt x="0" y="20346"/>
              </a:moveTo>
              <a:lnTo>
                <a:pt x="483505" y="20346"/>
              </a:lnTo>
            </a:path>
          </a:pathLst>
        </a:custGeom>
        <a:noFill/>
        <a:ln w="3175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en-GB" sz="1050">
            <a:solidFill>
              <a:srgbClr val="1A1A1A">
                <a:hueOff val="0"/>
                <a:satOff val="0"/>
                <a:lumOff val="0"/>
                <a:alphaOff val="0"/>
              </a:srgbClr>
            </a:solidFill>
            <a:latin typeface="ES Klarheit Grotesk"/>
            <a:ea typeface="+mn-ea"/>
            <a:cs typeface="+mn-cs"/>
          </a:endParaRPr>
        </a:p>
      </dgm:t>
    </dgm:pt>
    <dgm:pt modelId="{1CD162E3-C7B8-D241-B72E-EDE1DAB11BD0}" type="sibTrans" cxnId="{0B98A4CF-9FCC-F84B-995E-4AD9DCE29CF3}">
      <dgm:prSet/>
      <dgm:spPr/>
      <dgm:t>
        <a:bodyPr/>
        <a:lstStyle/>
        <a:p>
          <a:endParaRPr lang="en-GB" sz="1050"/>
        </a:p>
      </dgm:t>
    </dgm:pt>
    <dgm:pt modelId="{25066A6D-201A-BC49-B329-AE6A531CF825}">
      <dgm:prSet phldrT="[Text]" custT="1"/>
      <dgm:spPr>
        <a:xfrm>
          <a:off x="3984943" y="3789315"/>
          <a:ext cx="1609406" cy="1609406"/>
        </a:xfrm>
        <a:prstGeom prst="ellipse">
          <a:avLst/>
        </a:prstGeom>
        <a:solidFill>
          <a:srgbClr val="F8FFC8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50">
              <a:solidFill>
                <a:srgbClr val="1A1A1A"/>
              </a:solidFill>
              <a:latin typeface="ES Klarheit Grotesk"/>
              <a:ea typeface="+mn-ea"/>
              <a:cs typeface="+mn-cs"/>
            </a:rPr>
            <a:t>Example text</a:t>
          </a:r>
        </a:p>
      </dgm:t>
    </dgm:pt>
    <dgm:pt modelId="{2655FDF2-5379-C846-B6AD-15FE2C870F9D}" type="parTrans" cxnId="{0D49282A-AF96-AB46-A81F-12CE433B9987}">
      <dgm:prSet custT="1"/>
      <dgm:spPr>
        <a:xfrm rot="3240000">
          <a:off x="3932802" y="3727071"/>
          <a:ext cx="483505" cy="40693"/>
        </a:xfrm>
        <a:custGeom>
          <a:avLst/>
          <a:gdLst/>
          <a:ahLst/>
          <a:cxnLst/>
          <a:rect l="0" t="0" r="0" b="0"/>
          <a:pathLst>
            <a:path>
              <a:moveTo>
                <a:pt x="0" y="20346"/>
              </a:moveTo>
              <a:lnTo>
                <a:pt x="483505" y="20346"/>
              </a:lnTo>
            </a:path>
          </a:pathLst>
        </a:custGeom>
        <a:noFill/>
        <a:ln w="3175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en-GB" sz="1050">
            <a:solidFill>
              <a:srgbClr val="1A1A1A">
                <a:hueOff val="0"/>
                <a:satOff val="0"/>
                <a:lumOff val="0"/>
                <a:alphaOff val="0"/>
              </a:srgbClr>
            </a:solidFill>
            <a:latin typeface="ES Klarheit Grotesk"/>
            <a:ea typeface="+mn-ea"/>
            <a:cs typeface="+mn-cs"/>
          </a:endParaRPr>
        </a:p>
      </dgm:t>
    </dgm:pt>
    <dgm:pt modelId="{E321D9BF-5B3E-FC42-8843-35A510909B4B}" type="sibTrans" cxnId="{0D49282A-AF96-AB46-A81F-12CE433B9987}">
      <dgm:prSet/>
      <dgm:spPr/>
      <dgm:t>
        <a:bodyPr/>
        <a:lstStyle/>
        <a:p>
          <a:endParaRPr lang="en-GB" sz="1050"/>
        </a:p>
      </dgm:t>
    </dgm:pt>
    <dgm:pt modelId="{82BF0540-96AC-3549-B4A3-B6FAE907D8ED}">
      <dgm:prSet phldrT="[Text]" custT="1"/>
      <dgm:spPr>
        <a:xfrm>
          <a:off x="1524578" y="3789315"/>
          <a:ext cx="1609406" cy="1609406"/>
        </a:xfrm>
        <a:prstGeom prst="ellipse">
          <a:avLst/>
        </a:prstGeom>
        <a:solidFill>
          <a:srgbClr val="34754D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50">
              <a:solidFill>
                <a:srgbClr val="FFFFFF"/>
              </a:solidFill>
              <a:latin typeface="ES Klarheit Grotesk"/>
              <a:ea typeface="+mn-ea"/>
              <a:cs typeface="+mn-cs"/>
            </a:rPr>
            <a:t>Example text</a:t>
          </a:r>
        </a:p>
      </dgm:t>
    </dgm:pt>
    <dgm:pt modelId="{59AE16C3-3648-984B-8D2F-2DC6A1718F67}" type="parTrans" cxnId="{5B7326B8-0633-CC44-95B3-11ABD115F530}">
      <dgm:prSet custT="1"/>
      <dgm:spPr>
        <a:xfrm rot="7560000">
          <a:off x="2702619" y="3727071"/>
          <a:ext cx="483505" cy="40693"/>
        </a:xfrm>
        <a:custGeom>
          <a:avLst/>
          <a:gdLst/>
          <a:ahLst/>
          <a:cxnLst/>
          <a:rect l="0" t="0" r="0" b="0"/>
          <a:pathLst>
            <a:path>
              <a:moveTo>
                <a:pt x="0" y="20346"/>
              </a:moveTo>
              <a:lnTo>
                <a:pt x="483505" y="20346"/>
              </a:lnTo>
            </a:path>
          </a:pathLst>
        </a:custGeom>
        <a:noFill/>
        <a:ln w="3175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en-GB" sz="1050">
            <a:solidFill>
              <a:srgbClr val="1A1A1A">
                <a:hueOff val="0"/>
                <a:satOff val="0"/>
                <a:lumOff val="0"/>
                <a:alphaOff val="0"/>
              </a:srgbClr>
            </a:solidFill>
            <a:latin typeface="ES Klarheit Grotesk"/>
            <a:ea typeface="+mn-ea"/>
            <a:cs typeface="+mn-cs"/>
          </a:endParaRPr>
        </a:p>
      </dgm:t>
    </dgm:pt>
    <dgm:pt modelId="{3B8F498E-28CA-034B-ADF6-49F7B583DE4A}" type="sibTrans" cxnId="{5B7326B8-0633-CC44-95B3-11ABD115F530}">
      <dgm:prSet/>
      <dgm:spPr/>
      <dgm:t>
        <a:bodyPr/>
        <a:lstStyle/>
        <a:p>
          <a:endParaRPr lang="en-GB" sz="1050"/>
        </a:p>
      </dgm:t>
    </dgm:pt>
    <dgm:pt modelId="{5395D9B5-61DB-8345-A352-FA0D27E817A7}">
      <dgm:prSet phldrT="[Text]" custT="1"/>
      <dgm:spPr>
        <a:xfrm>
          <a:off x="764283" y="1449368"/>
          <a:ext cx="1609406" cy="1609406"/>
        </a:xfrm>
        <a:prstGeom prst="ellipse">
          <a:avLst/>
        </a:prstGeom>
        <a:solidFill>
          <a:srgbClr val="C1C1C1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50">
              <a:solidFill>
                <a:srgbClr val="1A1A1A"/>
              </a:solidFill>
              <a:latin typeface="ES Klarheit Grotesk"/>
              <a:ea typeface="+mn-ea"/>
              <a:cs typeface="+mn-cs"/>
            </a:rPr>
            <a:t>Example text</a:t>
          </a:r>
        </a:p>
      </dgm:t>
    </dgm:pt>
    <dgm:pt modelId="{5D85FD0B-5DA0-134E-B619-8133057762C1}" type="parTrans" cxnId="{13E43D16-373D-7B49-A74B-2127D618ED5E}">
      <dgm:prSet custT="1"/>
      <dgm:spPr>
        <a:xfrm rot="11880000">
          <a:off x="2322472" y="2557097"/>
          <a:ext cx="483505" cy="40693"/>
        </a:xfrm>
        <a:custGeom>
          <a:avLst/>
          <a:gdLst/>
          <a:ahLst/>
          <a:cxnLst/>
          <a:rect l="0" t="0" r="0" b="0"/>
          <a:pathLst>
            <a:path>
              <a:moveTo>
                <a:pt x="0" y="20346"/>
              </a:moveTo>
              <a:lnTo>
                <a:pt x="483505" y="20346"/>
              </a:lnTo>
            </a:path>
          </a:pathLst>
        </a:custGeom>
        <a:noFill/>
        <a:ln w="3175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en-GB" sz="1050">
            <a:solidFill>
              <a:srgbClr val="1A1A1A">
                <a:hueOff val="0"/>
                <a:satOff val="0"/>
                <a:lumOff val="0"/>
                <a:alphaOff val="0"/>
              </a:srgbClr>
            </a:solidFill>
            <a:latin typeface="ES Klarheit Grotesk"/>
            <a:ea typeface="+mn-ea"/>
            <a:cs typeface="+mn-cs"/>
          </a:endParaRPr>
        </a:p>
      </dgm:t>
    </dgm:pt>
    <dgm:pt modelId="{1C229670-C4D2-984A-B017-F560765D9EE6}" type="sibTrans" cxnId="{13E43D16-373D-7B49-A74B-2127D618ED5E}">
      <dgm:prSet/>
      <dgm:spPr/>
      <dgm:t>
        <a:bodyPr/>
        <a:lstStyle/>
        <a:p>
          <a:endParaRPr lang="en-GB" sz="1050"/>
        </a:p>
      </dgm:t>
    </dgm:pt>
    <dgm:pt modelId="{9222CA09-0C41-B348-ACC7-C3F89FD2B1FD}" type="pres">
      <dgm:prSet presAssocID="{20EEFF08-CCC5-124F-9523-B8E6704415FD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1B856E2-5912-2142-A4FA-B21391D8944D}" type="pres">
      <dgm:prSet presAssocID="{A77B24FF-BD5E-9646-861E-B41522C11B50}" presName="centerShape" presStyleLbl="node0" presStyleIdx="0" presStyleCnt="1"/>
      <dgm:spPr/>
    </dgm:pt>
    <dgm:pt modelId="{3968491B-55BA-544C-8E9E-4F143FC42607}" type="pres">
      <dgm:prSet presAssocID="{D0BBAA28-2753-2948-9D8C-726306C119CC}" presName="Name9" presStyleLbl="parChTrans1D2" presStyleIdx="0" presStyleCnt="5"/>
      <dgm:spPr/>
    </dgm:pt>
    <dgm:pt modelId="{F33CA5E1-0AD0-1741-8587-848C1E6B44A0}" type="pres">
      <dgm:prSet presAssocID="{D0BBAA28-2753-2948-9D8C-726306C119CC}" presName="connTx" presStyleLbl="parChTrans1D2" presStyleIdx="0" presStyleCnt="5"/>
      <dgm:spPr/>
    </dgm:pt>
    <dgm:pt modelId="{12A9E46F-86C2-1845-AA79-083FB4BC297A}" type="pres">
      <dgm:prSet presAssocID="{14A472A8-CAFC-9646-8133-E448E6D94FD9}" presName="node" presStyleLbl="node1" presStyleIdx="0" presStyleCnt="5">
        <dgm:presLayoutVars>
          <dgm:bulletEnabled val="1"/>
        </dgm:presLayoutVars>
      </dgm:prSet>
      <dgm:spPr/>
    </dgm:pt>
    <dgm:pt modelId="{98694767-AFBA-D04B-805F-F69F4A5CA19A}" type="pres">
      <dgm:prSet presAssocID="{4C87D4C4-1087-2C47-A419-BD5F3CEEBDAB}" presName="Name9" presStyleLbl="parChTrans1D2" presStyleIdx="1" presStyleCnt="5"/>
      <dgm:spPr/>
    </dgm:pt>
    <dgm:pt modelId="{AD2EBF2A-2FB7-4549-BC43-BFE3350D4203}" type="pres">
      <dgm:prSet presAssocID="{4C87D4C4-1087-2C47-A419-BD5F3CEEBDAB}" presName="connTx" presStyleLbl="parChTrans1D2" presStyleIdx="1" presStyleCnt="5"/>
      <dgm:spPr/>
    </dgm:pt>
    <dgm:pt modelId="{DA0F72B1-E60C-564E-AA65-6D78C7FF8FB3}" type="pres">
      <dgm:prSet presAssocID="{5B9BEDF5-9839-BB4F-9FBA-2D4193C0580A}" presName="node" presStyleLbl="node1" presStyleIdx="1" presStyleCnt="5">
        <dgm:presLayoutVars>
          <dgm:bulletEnabled val="1"/>
        </dgm:presLayoutVars>
      </dgm:prSet>
      <dgm:spPr/>
    </dgm:pt>
    <dgm:pt modelId="{BB00DE1B-9CC9-A84C-BC18-6EE9245B33E4}" type="pres">
      <dgm:prSet presAssocID="{2655FDF2-5379-C846-B6AD-15FE2C870F9D}" presName="Name9" presStyleLbl="parChTrans1D2" presStyleIdx="2" presStyleCnt="5"/>
      <dgm:spPr/>
    </dgm:pt>
    <dgm:pt modelId="{7AFD2D5A-3F0B-4346-9E09-51B8635881FE}" type="pres">
      <dgm:prSet presAssocID="{2655FDF2-5379-C846-B6AD-15FE2C870F9D}" presName="connTx" presStyleLbl="parChTrans1D2" presStyleIdx="2" presStyleCnt="5"/>
      <dgm:spPr/>
    </dgm:pt>
    <dgm:pt modelId="{77329409-96C7-9F45-922B-B25ACE52843B}" type="pres">
      <dgm:prSet presAssocID="{25066A6D-201A-BC49-B329-AE6A531CF825}" presName="node" presStyleLbl="node1" presStyleIdx="2" presStyleCnt="5">
        <dgm:presLayoutVars>
          <dgm:bulletEnabled val="1"/>
        </dgm:presLayoutVars>
      </dgm:prSet>
      <dgm:spPr/>
    </dgm:pt>
    <dgm:pt modelId="{AE7F3D57-2A9F-234F-B436-D437C73D2323}" type="pres">
      <dgm:prSet presAssocID="{59AE16C3-3648-984B-8D2F-2DC6A1718F67}" presName="Name9" presStyleLbl="parChTrans1D2" presStyleIdx="3" presStyleCnt="5"/>
      <dgm:spPr/>
    </dgm:pt>
    <dgm:pt modelId="{C533F5DD-1743-924F-A66B-E5EA3F2E707A}" type="pres">
      <dgm:prSet presAssocID="{59AE16C3-3648-984B-8D2F-2DC6A1718F67}" presName="connTx" presStyleLbl="parChTrans1D2" presStyleIdx="3" presStyleCnt="5"/>
      <dgm:spPr/>
    </dgm:pt>
    <dgm:pt modelId="{98323589-D8AA-0E44-85C8-A6BC6B68E2C1}" type="pres">
      <dgm:prSet presAssocID="{82BF0540-96AC-3549-B4A3-B6FAE907D8ED}" presName="node" presStyleLbl="node1" presStyleIdx="3" presStyleCnt="5">
        <dgm:presLayoutVars>
          <dgm:bulletEnabled val="1"/>
        </dgm:presLayoutVars>
      </dgm:prSet>
      <dgm:spPr/>
    </dgm:pt>
    <dgm:pt modelId="{1693F3A1-4CCF-694B-856F-03E21F916537}" type="pres">
      <dgm:prSet presAssocID="{5D85FD0B-5DA0-134E-B619-8133057762C1}" presName="Name9" presStyleLbl="parChTrans1D2" presStyleIdx="4" presStyleCnt="5"/>
      <dgm:spPr/>
    </dgm:pt>
    <dgm:pt modelId="{AC94BC68-1158-AD4F-ACB4-BC06EA848EE4}" type="pres">
      <dgm:prSet presAssocID="{5D85FD0B-5DA0-134E-B619-8133057762C1}" presName="connTx" presStyleLbl="parChTrans1D2" presStyleIdx="4" presStyleCnt="5"/>
      <dgm:spPr/>
    </dgm:pt>
    <dgm:pt modelId="{B279ABE4-1DAA-534C-B0D4-7DE6796E2FCB}" type="pres">
      <dgm:prSet presAssocID="{5395D9B5-61DB-8345-A352-FA0D27E817A7}" presName="node" presStyleLbl="node1" presStyleIdx="4" presStyleCnt="5">
        <dgm:presLayoutVars>
          <dgm:bulletEnabled val="1"/>
        </dgm:presLayoutVars>
      </dgm:prSet>
      <dgm:spPr/>
    </dgm:pt>
  </dgm:ptLst>
  <dgm:cxnLst>
    <dgm:cxn modelId="{039FBF12-7096-5B45-9507-E2E74B88CAD2}" type="presOf" srcId="{20EEFF08-CCC5-124F-9523-B8E6704415FD}" destId="{9222CA09-0C41-B348-ACC7-C3F89FD2B1FD}" srcOrd="0" destOrd="0" presId="urn:microsoft.com/office/officeart/2005/8/layout/radial1"/>
    <dgm:cxn modelId="{13E43D16-373D-7B49-A74B-2127D618ED5E}" srcId="{A77B24FF-BD5E-9646-861E-B41522C11B50}" destId="{5395D9B5-61DB-8345-A352-FA0D27E817A7}" srcOrd="4" destOrd="0" parTransId="{5D85FD0B-5DA0-134E-B619-8133057762C1}" sibTransId="{1C229670-C4D2-984A-B017-F560765D9EE6}"/>
    <dgm:cxn modelId="{67B2CC1D-55D6-5E4B-B207-C014427C6AEB}" type="presOf" srcId="{4C87D4C4-1087-2C47-A419-BD5F3CEEBDAB}" destId="{AD2EBF2A-2FB7-4549-BC43-BFE3350D4203}" srcOrd="1" destOrd="0" presId="urn:microsoft.com/office/officeart/2005/8/layout/radial1"/>
    <dgm:cxn modelId="{0D49282A-AF96-AB46-A81F-12CE433B9987}" srcId="{A77B24FF-BD5E-9646-861E-B41522C11B50}" destId="{25066A6D-201A-BC49-B329-AE6A531CF825}" srcOrd="2" destOrd="0" parTransId="{2655FDF2-5379-C846-B6AD-15FE2C870F9D}" sibTransId="{E321D9BF-5B3E-FC42-8843-35A510909B4B}"/>
    <dgm:cxn modelId="{C762DB41-AC5D-9348-AF31-A078D83C01AA}" type="presOf" srcId="{5D85FD0B-5DA0-134E-B619-8133057762C1}" destId="{1693F3A1-4CCF-694B-856F-03E21F916537}" srcOrd="0" destOrd="0" presId="urn:microsoft.com/office/officeart/2005/8/layout/radial1"/>
    <dgm:cxn modelId="{76331365-58B3-6B4A-A7A2-968FD356A5CE}" type="presOf" srcId="{59AE16C3-3648-984B-8D2F-2DC6A1718F67}" destId="{C533F5DD-1743-924F-A66B-E5EA3F2E707A}" srcOrd="1" destOrd="0" presId="urn:microsoft.com/office/officeart/2005/8/layout/radial1"/>
    <dgm:cxn modelId="{3473764C-4CF3-7441-A32B-907899AD6068}" srcId="{20EEFF08-CCC5-124F-9523-B8E6704415FD}" destId="{A77B24FF-BD5E-9646-861E-B41522C11B50}" srcOrd="0" destOrd="0" parTransId="{9413C9D6-0092-034E-A848-5F4080207E0C}" sibTransId="{E62C10C3-7D8E-1F4F-A37C-1DC23B2D611B}"/>
    <dgm:cxn modelId="{B031804C-0B15-3945-A553-14651AAC7811}" type="presOf" srcId="{2655FDF2-5379-C846-B6AD-15FE2C870F9D}" destId="{7AFD2D5A-3F0B-4346-9E09-51B8635881FE}" srcOrd="1" destOrd="0" presId="urn:microsoft.com/office/officeart/2005/8/layout/radial1"/>
    <dgm:cxn modelId="{19CFB14E-B843-6B48-A72D-2D9C40849748}" type="presOf" srcId="{D0BBAA28-2753-2948-9D8C-726306C119CC}" destId="{F33CA5E1-0AD0-1741-8587-848C1E6B44A0}" srcOrd="1" destOrd="0" presId="urn:microsoft.com/office/officeart/2005/8/layout/radial1"/>
    <dgm:cxn modelId="{E749EB6F-043E-3A4E-8740-EB9FBF122EC0}" type="presOf" srcId="{A77B24FF-BD5E-9646-861E-B41522C11B50}" destId="{51B856E2-5912-2142-A4FA-B21391D8944D}" srcOrd="0" destOrd="0" presId="urn:microsoft.com/office/officeart/2005/8/layout/radial1"/>
    <dgm:cxn modelId="{E9FB0674-40A8-2B41-975C-9D7EBEFEC05F}" srcId="{A77B24FF-BD5E-9646-861E-B41522C11B50}" destId="{14A472A8-CAFC-9646-8133-E448E6D94FD9}" srcOrd="0" destOrd="0" parTransId="{D0BBAA28-2753-2948-9D8C-726306C119CC}" sibTransId="{18379502-9BFC-9544-B410-CC685EE23597}"/>
    <dgm:cxn modelId="{98764A80-AD19-8A4C-82FC-5125A82D8126}" type="presOf" srcId="{5395D9B5-61DB-8345-A352-FA0D27E817A7}" destId="{B279ABE4-1DAA-534C-B0D4-7DE6796E2FCB}" srcOrd="0" destOrd="0" presId="urn:microsoft.com/office/officeart/2005/8/layout/radial1"/>
    <dgm:cxn modelId="{0D7CAD85-5518-824D-9E25-3A0B4FF28EFA}" type="presOf" srcId="{D0BBAA28-2753-2948-9D8C-726306C119CC}" destId="{3968491B-55BA-544C-8E9E-4F143FC42607}" srcOrd="0" destOrd="0" presId="urn:microsoft.com/office/officeart/2005/8/layout/radial1"/>
    <dgm:cxn modelId="{0240F9B3-FFCE-4E40-A349-8C17040D155D}" type="presOf" srcId="{14A472A8-CAFC-9646-8133-E448E6D94FD9}" destId="{12A9E46F-86C2-1845-AA79-083FB4BC297A}" srcOrd="0" destOrd="0" presId="urn:microsoft.com/office/officeart/2005/8/layout/radial1"/>
    <dgm:cxn modelId="{5B7326B8-0633-CC44-95B3-11ABD115F530}" srcId="{A77B24FF-BD5E-9646-861E-B41522C11B50}" destId="{82BF0540-96AC-3549-B4A3-B6FAE907D8ED}" srcOrd="3" destOrd="0" parTransId="{59AE16C3-3648-984B-8D2F-2DC6A1718F67}" sibTransId="{3B8F498E-28CA-034B-ADF6-49F7B583DE4A}"/>
    <dgm:cxn modelId="{D2867CB8-6518-224E-813B-81EF0BA7DBBD}" type="presOf" srcId="{59AE16C3-3648-984B-8D2F-2DC6A1718F67}" destId="{AE7F3D57-2A9F-234F-B436-D437C73D2323}" srcOrd="0" destOrd="0" presId="urn:microsoft.com/office/officeart/2005/8/layout/radial1"/>
    <dgm:cxn modelId="{E7995CC3-52C1-214C-AFFA-C6F77EEBE9BD}" type="presOf" srcId="{5D85FD0B-5DA0-134E-B619-8133057762C1}" destId="{AC94BC68-1158-AD4F-ACB4-BC06EA848EE4}" srcOrd="1" destOrd="0" presId="urn:microsoft.com/office/officeart/2005/8/layout/radial1"/>
    <dgm:cxn modelId="{249597C9-2A10-7449-B5B0-8251B5D464C9}" type="presOf" srcId="{25066A6D-201A-BC49-B329-AE6A531CF825}" destId="{77329409-96C7-9F45-922B-B25ACE52843B}" srcOrd="0" destOrd="0" presId="urn:microsoft.com/office/officeart/2005/8/layout/radial1"/>
    <dgm:cxn modelId="{0B98A4CF-9FCC-F84B-995E-4AD9DCE29CF3}" srcId="{A77B24FF-BD5E-9646-861E-B41522C11B50}" destId="{5B9BEDF5-9839-BB4F-9FBA-2D4193C0580A}" srcOrd="1" destOrd="0" parTransId="{4C87D4C4-1087-2C47-A419-BD5F3CEEBDAB}" sibTransId="{1CD162E3-C7B8-D241-B72E-EDE1DAB11BD0}"/>
    <dgm:cxn modelId="{9756E1CF-D6D5-7B45-BA4C-45ED203214C1}" type="presOf" srcId="{82BF0540-96AC-3549-B4A3-B6FAE907D8ED}" destId="{98323589-D8AA-0E44-85C8-A6BC6B68E2C1}" srcOrd="0" destOrd="0" presId="urn:microsoft.com/office/officeart/2005/8/layout/radial1"/>
    <dgm:cxn modelId="{6EE354E8-DD51-6548-9417-F59692EB2837}" type="presOf" srcId="{2655FDF2-5379-C846-B6AD-15FE2C870F9D}" destId="{BB00DE1B-9CC9-A84C-BC18-6EE9245B33E4}" srcOrd="0" destOrd="0" presId="urn:microsoft.com/office/officeart/2005/8/layout/radial1"/>
    <dgm:cxn modelId="{D499E1ED-4961-F643-A22C-B697D400E088}" type="presOf" srcId="{4C87D4C4-1087-2C47-A419-BD5F3CEEBDAB}" destId="{98694767-AFBA-D04B-805F-F69F4A5CA19A}" srcOrd="0" destOrd="0" presId="urn:microsoft.com/office/officeart/2005/8/layout/radial1"/>
    <dgm:cxn modelId="{6E9C90F2-C6C1-D34B-8051-5DE582C6333B}" type="presOf" srcId="{5B9BEDF5-9839-BB4F-9FBA-2D4193C0580A}" destId="{DA0F72B1-E60C-564E-AA65-6D78C7FF8FB3}" srcOrd="0" destOrd="0" presId="urn:microsoft.com/office/officeart/2005/8/layout/radial1"/>
    <dgm:cxn modelId="{E1A5AE68-CA96-5E42-9BF3-DB20A84EA444}" type="presParOf" srcId="{9222CA09-0C41-B348-ACC7-C3F89FD2B1FD}" destId="{51B856E2-5912-2142-A4FA-B21391D8944D}" srcOrd="0" destOrd="0" presId="urn:microsoft.com/office/officeart/2005/8/layout/radial1"/>
    <dgm:cxn modelId="{F0F8BF7C-F804-AF44-A134-3E63F19AFC30}" type="presParOf" srcId="{9222CA09-0C41-B348-ACC7-C3F89FD2B1FD}" destId="{3968491B-55BA-544C-8E9E-4F143FC42607}" srcOrd="1" destOrd="0" presId="urn:microsoft.com/office/officeart/2005/8/layout/radial1"/>
    <dgm:cxn modelId="{DB09E6B5-07D9-8E47-9656-73AB5D350198}" type="presParOf" srcId="{3968491B-55BA-544C-8E9E-4F143FC42607}" destId="{F33CA5E1-0AD0-1741-8587-848C1E6B44A0}" srcOrd="0" destOrd="0" presId="urn:microsoft.com/office/officeart/2005/8/layout/radial1"/>
    <dgm:cxn modelId="{969E6B3E-F391-D648-9947-8526BDDA053C}" type="presParOf" srcId="{9222CA09-0C41-B348-ACC7-C3F89FD2B1FD}" destId="{12A9E46F-86C2-1845-AA79-083FB4BC297A}" srcOrd="2" destOrd="0" presId="urn:microsoft.com/office/officeart/2005/8/layout/radial1"/>
    <dgm:cxn modelId="{C68C9F12-B5AF-3047-B07B-60792A399A5A}" type="presParOf" srcId="{9222CA09-0C41-B348-ACC7-C3F89FD2B1FD}" destId="{98694767-AFBA-D04B-805F-F69F4A5CA19A}" srcOrd="3" destOrd="0" presId="urn:microsoft.com/office/officeart/2005/8/layout/radial1"/>
    <dgm:cxn modelId="{018CE379-71AD-7C46-A208-D0ADCDD7399F}" type="presParOf" srcId="{98694767-AFBA-D04B-805F-F69F4A5CA19A}" destId="{AD2EBF2A-2FB7-4549-BC43-BFE3350D4203}" srcOrd="0" destOrd="0" presId="urn:microsoft.com/office/officeart/2005/8/layout/radial1"/>
    <dgm:cxn modelId="{9DFA09E0-A2CF-1540-B634-1E6065C0946E}" type="presParOf" srcId="{9222CA09-0C41-B348-ACC7-C3F89FD2B1FD}" destId="{DA0F72B1-E60C-564E-AA65-6D78C7FF8FB3}" srcOrd="4" destOrd="0" presId="urn:microsoft.com/office/officeart/2005/8/layout/radial1"/>
    <dgm:cxn modelId="{9EF19DF6-1092-A04B-A993-D33DEE83C281}" type="presParOf" srcId="{9222CA09-0C41-B348-ACC7-C3F89FD2B1FD}" destId="{BB00DE1B-9CC9-A84C-BC18-6EE9245B33E4}" srcOrd="5" destOrd="0" presId="urn:microsoft.com/office/officeart/2005/8/layout/radial1"/>
    <dgm:cxn modelId="{870C8251-DDBE-ED41-91CE-B1DE1D19B399}" type="presParOf" srcId="{BB00DE1B-9CC9-A84C-BC18-6EE9245B33E4}" destId="{7AFD2D5A-3F0B-4346-9E09-51B8635881FE}" srcOrd="0" destOrd="0" presId="urn:microsoft.com/office/officeart/2005/8/layout/radial1"/>
    <dgm:cxn modelId="{988686E4-6051-7148-874D-38DFEE6E894C}" type="presParOf" srcId="{9222CA09-0C41-B348-ACC7-C3F89FD2B1FD}" destId="{77329409-96C7-9F45-922B-B25ACE52843B}" srcOrd="6" destOrd="0" presId="urn:microsoft.com/office/officeart/2005/8/layout/radial1"/>
    <dgm:cxn modelId="{2CDBB38E-0AB5-4548-9F89-D769D6F3DBA0}" type="presParOf" srcId="{9222CA09-0C41-B348-ACC7-C3F89FD2B1FD}" destId="{AE7F3D57-2A9F-234F-B436-D437C73D2323}" srcOrd="7" destOrd="0" presId="urn:microsoft.com/office/officeart/2005/8/layout/radial1"/>
    <dgm:cxn modelId="{EF3CA930-E58C-E24E-8CE9-3F4F9A78312C}" type="presParOf" srcId="{AE7F3D57-2A9F-234F-B436-D437C73D2323}" destId="{C533F5DD-1743-924F-A66B-E5EA3F2E707A}" srcOrd="0" destOrd="0" presId="urn:microsoft.com/office/officeart/2005/8/layout/radial1"/>
    <dgm:cxn modelId="{742CCC7B-95F5-4044-B8E4-78B6D740CDE1}" type="presParOf" srcId="{9222CA09-0C41-B348-ACC7-C3F89FD2B1FD}" destId="{98323589-D8AA-0E44-85C8-A6BC6B68E2C1}" srcOrd="8" destOrd="0" presId="urn:microsoft.com/office/officeart/2005/8/layout/radial1"/>
    <dgm:cxn modelId="{D6188E42-3026-8745-81E9-4F4D65A0E583}" type="presParOf" srcId="{9222CA09-0C41-B348-ACC7-C3F89FD2B1FD}" destId="{1693F3A1-4CCF-694B-856F-03E21F916537}" srcOrd="9" destOrd="0" presId="urn:microsoft.com/office/officeart/2005/8/layout/radial1"/>
    <dgm:cxn modelId="{F4D4B18B-4780-D546-920A-64084FF93422}" type="presParOf" srcId="{1693F3A1-4CCF-694B-856F-03E21F916537}" destId="{AC94BC68-1158-AD4F-ACB4-BC06EA848EE4}" srcOrd="0" destOrd="0" presId="urn:microsoft.com/office/officeart/2005/8/layout/radial1"/>
    <dgm:cxn modelId="{AF0328EF-81C0-6F49-876E-8FC059F06A0A}" type="presParOf" srcId="{9222CA09-0C41-B348-ACC7-C3F89FD2B1FD}" destId="{B279ABE4-1DAA-534C-B0D4-7DE6796E2FCB}" srcOrd="10" destOrd="0" presId="urn:microsoft.com/office/officeart/2005/8/layout/radial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62AF0D-5A9B-4683-BDE7-E9BB6F20A0A6}" type="doc">
      <dgm:prSet loTypeId="urn:microsoft.com/office/officeart/2005/8/layout/architecture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E747E46-88C2-41FA-AB08-5A39BD0CECFC}">
      <dgm:prSet phldrT="[Text]" phldr="1" custT="1"/>
      <dgm:spPr>
        <a:solidFill>
          <a:srgbClr val="37677E"/>
        </a:solidFill>
      </dgm:spPr>
      <dgm:t>
        <a:bodyPr/>
        <a:lstStyle/>
        <a:p>
          <a:endParaRPr lang="en-IN" sz="3600">
            <a:latin typeface="ES Klarheit Grotesk" pitchFamily="2" charset="0"/>
            <a:ea typeface="ES Klarheit Grotesk" pitchFamily="2" charset="0"/>
          </a:endParaRPr>
        </a:p>
      </dgm:t>
    </dgm:pt>
    <dgm:pt modelId="{E56173CD-F109-4FBC-8B22-9374D5DE7D30}" type="parTrans" cxnId="{BFE52B9E-7E2E-4AA1-9F52-0657E3A9421D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3C4FADA6-8597-4D7C-B703-1705CE6A44BE}" type="sibTrans" cxnId="{BFE52B9E-7E2E-4AA1-9F52-0657E3A9421D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B261F8CB-91D2-466E-B4D7-03EAA589D96F}">
      <dgm:prSet phldrT="[Text]" phldr="1" custT="1"/>
      <dgm:spPr>
        <a:solidFill>
          <a:srgbClr val="4E8099"/>
        </a:solidFill>
      </dgm:spPr>
      <dgm:t>
        <a:bodyPr/>
        <a:lstStyle/>
        <a:p>
          <a:endParaRPr lang="en-IN" sz="2000">
            <a:latin typeface="ES Klarheit Grotesk" pitchFamily="2" charset="0"/>
            <a:ea typeface="ES Klarheit Grotesk" pitchFamily="2" charset="0"/>
          </a:endParaRPr>
        </a:p>
      </dgm:t>
    </dgm:pt>
    <dgm:pt modelId="{3B22E708-475B-4EDF-9353-FD3B565DF022}" type="parTrans" cxnId="{56942CA0-5117-48B6-9915-8B3B13F47F9E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CA13C2A9-B050-4F23-A388-F41AA745E19D}" type="sibTrans" cxnId="{56942CA0-5117-48B6-9915-8B3B13F47F9E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4B563A38-0F75-4316-B478-D7F3828D055B}">
      <dgm:prSet phldrT="[Text]" phldr="1" custT="1"/>
      <dgm:spPr>
        <a:solidFill>
          <a:srgbClr val="4E8099"/>
        </a:solidFill>
      </dgm:spPr>
      <dgm:t>
        <a:bodyPr/>
        <a:lstStyle/>
        <a:p>
          <a:endParaRPr lang="en-IN" sz="2000">
            <a:latin typeface="ES Klarheit Grotesk" pitchFamily="2" charset="0"/>
            <a:ea typeface="ES Klarheit Grotesk" pitchFamily="2" charset="0"/>
          </a:endParaRPr>
        </a:p>
      </dgm:t>
    </dgm:pt>
    <dgm:pt modelId="{2673511B-F3EF-45F3-9DD8-4F8484FDAB7C}" type="parTrans" cxnId="{6BBAF164-8B91-42E7-A495-B6FBBBC2D9A8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D63DF455-8D5F-4604-A7F8-B2FE482799B0}" type="sibTrans" cxnId="{6BBAF164-8B91-42E7-A495-B6FBBBC2D9A8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F0EC1330-CAF6-4577-AE66-17912CAD14E2}">
      <dgm:prSet phldrT="[Text]" phldr="1" custT="1"/>
      <dgm:spPr>
        <a:solidFill>
          <a:srgbClr val="37677E"/>
        </a:solidFill>
      </dgm:spPr>
      <dgm:t>
        <a:bodyPr/>
        <a:lstStyle/>
        <a:p>
          <a:endParaRPr lang="en-IN" sz="2000">
            <a:latin typeface="ES Klarheit Grotesk" pitchFamily="2" charset="0"/>
            <a:ea typeface="ES Klarheit Grotesk" pitchFamily="2" charset="0"/>
          </a:endParaRPr>
        </a:p>
      </dgm:t>
    </dgm:pt>
    <dgm:pt modelId="{E1972C78-5298-4F96-8206-679F26498B78}" type="parTrans" cxnId="{C5FE9E66-D5F4-4DA5-8D47-8710F98C74A8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16FE85BB-4C61-43F3-A85A-5D44FC2F2941}" type="sibTrans" cxnId="{C5FE9E66-D5F4-4DA5-8D47-8710F98C74A8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AD5D8A8A-2E50-4211-9054-32245848AF70}">
      <dgm:prSet phldrT="[Text]" phldr="1" custT="1"/>
      <dgm:spPr>
        <a:solidFill>
          <a:srgbClr val="4E8099"/>
        </a:solidFill>
      </dgm:spPr>
      <dgm:t>
        <a:bodyPr/>
        <a:lstStyle/>
        <a:p>
          <a:endParaRPr lang="en-IN" sz="2000">
            <a:latin typeface="ES Klarheit Grotesk" pitchFamily="2" charset="0"/>
            <a:ea typeface="ES Klarheit Grotesk" pitchFamily="2" charset="0"/>
          </a:endParaRPr>
        </a:p>
      </dgm:t>
    </dgm:pt>
    <dgm:pt modelId="{5301FC45-DC03-4892-9824-EA1892D0EB89}" type="parTrans" cxnId="{4924D08C-86D0-4397-85A7-80DA5ABC2B6F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731C5E6F-4905-49DC-AD1E-0270EE052470}" type="sibTrans" cxnId="{4924D08C-86D0-4397-85A7-80DA5ABC2B6F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6E375429-F777-4757-A86C-1894FBAD0235}">
      <dgm:prSet phldrT="[Text]" phldr="1" custT="1"/>
      <dgm:spPr>
        <a:solidFill>
          <a:srgbClr val="14344C"/>
        </a:solidFill>
      </dgm:spPr>
      <dgm:t>
        <a:bodyPr/>
        <a:lstStyle/>
        <a:p>
          <a:endParaRPr lang="en-IN" sz="3600">
            <a:latin typeface="ES Klarheit Grotesk" pitchFamily="2" charset="0"/>
            <a:ea typeface="ES Klarheit Grotesk" pitchFamily="2" charset="0"/>
          </a:endParaRPr>
        </a:p>
      </dgm:t>
    </dgm:pt>
    <dgm:pt modelId="{CF9C5014-3786-4574-A4DA-E7FC35BA250B}" type="sibTrans" cxnId="{9CB12B22-76E7-41E9-BE4A-526078D4D513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62745165-A875-44A4-AE60-10599A41D950}" type="parTrans" cxnId="{9CB12B22-76E7-41E9-BE4A-526078D4D513}">
      <dgm:prSet/>
      <dgm:spPr/>
      <dgm:t>
        <a:bodyPr/>
        <a:lstStyle/>
        <a:p>
          <a:endParaRPr lang="en-IN" sz="1100">
            <a:latin typeface="ES Klarheit Grotesk" pitchFamily="2" charset="0"/>
            <a:ea typeface="ES Klarheit Grotesk" pitchFamily="2" charset="0"/>
          </a:endParaRPr>
        </a:p>
      </dgm:t>
    </dgm:pt>
    <dgm:pt modelId="{AB4B2B83-2C16-44CA-AFB1-3CCD60846B1E}" type="pres">
      <dgm:prSet presAssocID="{C362AF0D-5A9B-4683-BDE7-E9BB6F20A0A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5A3F68-4A57-4E31-8695-C2BADFAA6C49}" type="pres">
      <dgm:prSet presAssocID="{6E375429-F777-4757-A86C-1894FBAD0235}" presName="vertOne" presStyleCnt="0"/>
      <dgm:spPr/>
    </dgm:pt>
    <dgm:pt modelId="{CD5BCD85-85FE-416F-AF62-7F84886BE80B}" type="pres">
      <dgm:prSet presAssocID="{6E375429-F777-4757-A86C-1894FBAD0235}" presName="txOne" presStyleLbl="node0" presStyleIdx="0" presStyleCnt="1">
        <dgm:presLayoutVars>
          <dgm:chPref val="3"/>
        </dgm:presLayoutVars>
      </dgm:prSet>
      <dgm:spPr/>
    </dgm:pt>
    <dgm:pt modelId="{B55AA0E4-DFE2-4502-8B7A-D4C0BC6FC2CC}" type="pres">
      <dgm:prSet presAssocID="{6E375429-F777-4757-A86C-1894FBAD0235}" presName="parTransOne" presStyleCnt="0"/>
      <dgm:spPr/>
    </dgm:pt>
    <dgm:pt modelId="{AD55CDE4-A7DA-4798-8DD3-F2D2AD4B1E43}" type="pres">
      <dgm:prSet presAssocID="{6E375429-F777-4757-A86C-1894FBAD0235}" presName="horzOne" presStyleCnt="0"/>
      <dgm:spPr/>
    </dgm:pt>
    <dgm:pt modelId="{86D973C5-6EF5-463C-B299-76091477F3B6}" type="pres">
      <dgm:prSet presAssocID="{5E747E46-88C2-41FA-AB08-5A39BD0CECFC}" presName="vertTwo" presStyleCnt="0"/>
      <dgm:spPr/>
    </dgm:pt>
    <dgm:pt modelId="{1EDE9078-0AF1-4895-8B10-09389A87A6BF}" type="pres">
      <dgm:prSet presAssocID="{5E747E46-88C2-41FA-AB08-5A39BD0CECFC}" presName="txTwo" presStyleLbl="node2" presStyleIdx="0" presStyleCnt="2">
        <dgm:presLayoutVars>
          <dgm:chPref val="3"/>
        </dgm:presLayoutVars>
      </dgm:prSet>
      <dgm:spPr/>
    </dgm:pt>
    <dgm:pt modelId="{5E37E028-1CB0-4223-B222-C460FE860AB3}" type="pres">
      <dgm:prSet presAssocID="{5E747E46-88C2-41FA-AB08-5A39BD0CECFC}" presName="parTransTwo" presStyleCnt="0"/>
      <dgm:spPr/>
    </dgm:pt>
    <dgm:pt modelId="{E1D879E4-373B-4A7E-B95B-857067D641D7}" type="pres">
      <dgm:prSet presAssocID="{5E747E46-88C2-41FA-AB08-5A39BD0CECFC}" presName="horzTwo" presStyleCnt="0"/>
      <dgm:spPr/>
    </dgm:pt>
    <dgm:pt modelId="{06AFF916-427C-4E26-BE05-669B09C22690}" type="pres">
      <dgm:prSet presAssocID="{B261F8CB-91D2-466E-B4D7-03EAA589D96F}" presName="vertThree" presStyleCnt="0"/>
      <dgm:spPr/>
    </dgm:pt>
    <dgm:pt modelId="{D0FC720E-1A33-4BD3-B00A-50B8F7F80798}" type="pres">
      <dgm:prSet presAssocID="{B261F8CB-91D2-466E-B4D7-03EAA589D96F}" presName="txThree" presStyleLbl="node3" presStyleIdx="0" presStyleCnt="3">
        <dgm:presLayoutVars>
          <dgm:chPref val="3"/>
        </dgm:presLayoutVars>
      </dgm:prSet>
      <dgm:spPr/>
    </dgm:pt>
    <dgm:pt modelId="{0346E13D-552D-46EA-945B-039CC533E05D}" type="pres">
      <dgm:prSet presAssocID="{B261F8CB-91D2-466E-B4D7-03EAA589D96F}" presName="horzThree" presStyleCnt="0"/>
      <dgm:spPr/>
    </dgm:pt>
    <dgm:pt modelId="{C207204C-1E20-4D58-BCD8-A379A33E7615}" type="pres">
      <dgm:prSet presAssocID="{CA13C2A9-B050-4F23-A388-F41AA745E19D}" presName="sibSpaceThree" presStyleCnt="0"/>
      <dgm:spPr/>
    </dgm:pt>
    <dgm:pt modelId="{81F36F37-4B89-4714-8C94-13346C999046}" type="pres">
      <dgm:prSet presAssocID="{4B563A38-0F75-4316-B478-D7F3828D055B}" presName="vertThree" presStyleCnt="0"/>
      <dgm:spPr/>
    </dgm:pt>
    <dgm:pt modelId="{C5EF3D33-2BEB-4906-9E61-95B0B95B2874}" type="pres">
      <dgm:prSet presAssocID="{4B563A38-0F75-4316-B478-D7F3828D055B}" presName="txThree" presStyleLbl="node3" presStyleIdx="1" presStyleCnt="3">
        <dgm:presLayoutVars>
          <dgm:chPref val="3"/>
        </dgm:presLayoutVars>
      </dgm:prSet>
      <dgm:spPr/>
    </dgm:pt>
    <dgm:pt modelId="{5D5B5CB0-2DDE-4E4E-B938-A2F518C3F457}" type="pres">
      <dgm:prSet presAssocID="{4B563A38-0F75-4316-B478-D7F3828D055B}" presName="horzThree" presStyleCnt="0"/>
      <dgm:spPr/>
    </dgm:pt>
    <dgm:pt modelId="{558F1EEB-F9FF-41AB-BA4C-F1D092653FC0}" type="pres">
      <dgm:prSet presAssocID="{3C4FADA6-8597-4D7C-B703-1705CE6A44BE}" presName="sibSpaceTwo" presStyleCnt="0"/>
      <dgm:spPr/>
    </dgm:pt>
    <dgm:pt modelId="{B85D8D25-7A96-47C2-86A6-7B44B3A37266}" type="pres">
      <dgm:prSet presAssocID="{F0EC1330-CAF6-4577-AE66-17912CAD14E2}" presName="vertTwo" presStyleCnt="0"/>
      <dgm:spPr/>
    </dgm:pt>
    <dgm:pt modelId="{0D26B45D-CC1D-44D0-AECB-5A027871C538}" type="pres">
      <dgm:prSet presAssocID="{F0EC1330-CAF6-4577-AE66-17912CAD14E2}" presName="txTwo" presStyleLbl="node2" presStyleIdx="1" presStyleCnt="2">
        <dgm:presLayoutVars>
          <dgm:chPref val="3"/>
        </dgm:presLayoutVars>
      </dgm:prSet>
      <dgm:spPr/>
    </dgm:pt>
    <dgm:pt modelId="{6CA554D7-7266-43DE-84B3-739842F25F34}" type="pres">
      <dgm:prSet presAssocID="{F0EC1330-CAF6-4577-AE66-17912CAD14E2}" presName="parTransTwo" presStyleCnt="0"/>
      <dgm:spPr/>
    </dgm:pt>
    <dgm:pt modelId="{455141EF-2DA9-4242-9105-4D8651162CC2}" type="pres">
      <dgm:prSet presAssocID="{F0EC1330-CAF6-4577-AE66-17912CAD14E2}" presName="horzTwo" presStyleCnt="0"/>
      <dgm:spPr/>
    </dgm:pt>
    <dgm:pt modelId="{04C22604-8972-4494-A2D9-285957B72291}" type="pres">
      <dgm:prSet presAssocID="{AD5D8A8A-2E50-4211-9054-32245848AF70}" presName="vertThree" presStyleCnt="0"/>
      <dgm:spPr/>
    </dgm:pt>
    <dgm:pt modelId="{15BE08A9-4004-4E1F-BAFE-F8F9F6725DF6}" type="pres">
      <dgm:prSet presAssocID="{AD5D8A8A-2E50-4211-9054-32245848AF70}" presName="txThree" presStyleLbl="node3" presStyleIdx="2" presStyleCnt="3" custLinFactNeighborX="26789" custLinFactNeighborY="-39693">
        <dgm:presLayoutVars>
          <dgm:chPref val="3"/>
        </dgm:presLayoutVars>
      </dgm:prSet>
      <dgm:spPr/>
    </dgm:pt>
    <dgm:pt modelId="{EFA33942-F43E-45D7-A655-E7D080934651}" type="pres">
      <dgm:prSet presAssocID="{AD5D8A8A-2E50-4211-9054-32245848AF70}" presName="horzThree" presStyleCnt="0"/>
      <dgm:spPr/>
    </dgm:pt>
  </dgm:ptLst>
  <dgm:cxnLst>
    <dgm:cxn modelId="{9CB12B22-76E7-41E9-BE4A-526078D4D513}" srcId="{C362AF0D-5A9B-4683-BDE7-E9BB6F20A0A6}" destId="{6E375429-F777-4757-A86C-1894FBAD0235}" srcOrd="0" destOrd="0" parTransId="{62745165-A875-44A4-AE60-10599A41D950}" sibTransId="{CF9C5014-3786-4574-A4DA-E7FC35BA250B}"/>
    <dgm:cxn modelId="{99DFC329-2F33-4194-91EC-B40303E31C4B}" type="presOf" srcId="{B261F8CB-91D2-466E-B4D7-03EAA589D96F}" destId="{D0FC720E-1A33-4BD3-B00A-50B8F7F80798}" srcOrd="0" destOrd="0" presId="urn:microsoft.com/office/officeart/2005/8/layout/architecture"/>
    <dgm:cxn modelId="{9D5D0864-20E5-4E2E-99A2-A71A9803431E}" type="presOf" srcId="{4B563A38-0F75-4316-B478-D7F3828D055B}" destId="{C5EF3D33-2BEB-4906-9E61-95B0B95B2874}" srcOrd="0" destOrd="0" presId="urn:microsoft.com/office/officeart/2005/8/layout/architecture"/>
    <dgm:cxn modelId="{6BBAF164-8B91-42E7-A495-B6FBBBC2D9A8}" srcId="{5E747E46-88C2-41FA-AB08-5A39BD0CECFC}" destId="{4B563A38-0F75-4316-B478-D7F3828D055B}" srcOrd="1" destOrd="0" parTransId="{2673511B-F3EF-45F3-9DD8-4F8484FDAB7C}" sibTransId="{D63DF455-8D5F-4604-A7F8-B2FE482799B0}"/>
    <dgm:cxn modelId="{C5FE9E66-D5F4-4DA5-8D47-8710F98C74A8}" srcId="{6E375429-F777-4757-A86C-1894FBAD0235}" destId="{F0EC1330-CAF6-4577-AE66-17912CAD14E2}" srcOrd="1" destOrd="0" parTransId="{E1972C78-5298-4F96-8206-679F26498B78}" sibTransId="{16FE85BB-4C61-43F3-A85A-5D44FC2F2941}"/>
    <dgm:cxn modelId="{2EDC1B87-2A06-4501-9F8E-635E35CF2B6D}" type="presOf" srcId="{F0EC1330-CAF6-4577-AE66-17912CAD14E2}" destId="{0D26B45D-CC1D-44D0-AECB-5A027871C538}" srcOrd="0" destOrd="0" presId="urn:microsoft.com/office/officeart/2005/8/layout/architecture"/>
    <dgm:cxn modelId="{FEF6E28B-7456-4A19-AC9C-222551284120}" type="presOf" srcId="{C362AF0D-5A9B-4683-BDE7-E9BB6F20A0A6}" destId="{AB4B2B83-2C16-44CA-AFB1-3CCD60846B1E}" srcOrd="0" destOrd="0" presId="urn:microsoft.com/office/officeart/2005/8/layout/architecture"/>
    <dgm:cxn modelId="{4924D08C-86D0-4397-85A7-80DA5ABC2B6F}" srcId="{F0EC1330-CAF6-4577-AE66-17912CAD14E2}" destId="{AD5D8A8A-2E50-4211-9054-32245848AF70}" srcOrd="0" destOrd="0" parTransId="{5301FC45-DC03-4892-9824-EA1892D0EB89}" sibTransId="{731C5E6F-4905-49DC-AD1E-0270EE052470}"/>
    <dgm:cxn modelId="{BFE52B9E-7E2E-4AA1-9F52-0657E3A9421D}" srcId="{6E375429-F777-4757-A86C-1894FBAD0235}" destId="{5E747E46-88C2-41FA-AB08-5A39BD0CECFC}" srcOrd="0" destOrd="0" parTransId="{E56173CD-F109-4FBC-8B22-9374D5DE7D30}" sibTransId="{3C4FADA6-8597-4D7C-B703-1705CE6A44BE}"/>
    <dgm:cxn modelId="{56942CA0-5117-48B6-9915-8B3B13F47F9E}" srcId="{5E747E46-88C2-41FA-AB08-5A39BD0CECFC}" destId="{B261F8CB-91D2-466E-B4D7-03EAA589D96F}" srcOrd="0" destOrd="0" parTransId="{3B22E708-475B-4EDF-9353-FD3B565DF022}" sibTransId="{CA13C2A9-B050-4F23-A388-F41AA745E19D}"/>
    <dgm:cxn modelId="{B91286CD-1505-4BE9-8F64-F5DB1561E5AE}" type="presOf" srcId="{5E747E46-88C2-41FA-AB08-5A39BD0CECFC}" destId="{1EDE9078-0AF1-4895-8B10-09389A87A6BF}" srcOrd="0" destOrd="0" presId="urn:microsoft.com/office/officeart/2005/8/layout/architecture"/>
    <dgm:cxn modelId="{A60371DD-B630-493F-B468-CD102C6E3D83}" type="presOf" srcId="{6E375429-F777-4757-A86C-1894FBAD0235}" destId="{CD5BCD85-85FE-416F-AF62-7F84886BE80B}" srcOrd="0" destOrd="0" presId="urn:microsoft.com/office/officeart/2005/8/layout/architecture"/>
    <dgm:cxn modelId="{9C62FFFE-2D54-4515-99D5-6EA91333000E}" type="presOf" srcId="{AD5D8A8A-2E50-4211-9054-32245848AF70}" destId="{15BE08A9-4004-4E1F-BAFE-F8F9F6725DF6}" srcOrd="0" destOrd="0" presId="urn:microsoft.com/office/officeart/2005/8/layout/architecture"/>
    <dgm:cxn modelId="{FE12EDAF-1921-4CC2-A6E8-CB8800877AA6}" type="presParOf" srcId="{AB4B2B83-2C16-44CA-AFB1-3CCD60846B1E}" destId="{675A3F68-4A57-4E31-8695-C2BADFAA6C49}" srcOrd="0" destOrd="0" presId="urn:microsoft.com/office/officeart/2005/8/layout/architecture"/>
    <dgm:cxn modelId="{07AE107D-94C2-42E2-9F0A-2B1E39882CDC}" type="presParOf" srcId="{675A3F68-4A57-4E31-8695-C2BADFAA6C49}" destId="{CD5BCD85-85FE-416F-AF62-7F84886BE80B}" srcOrd="0" destOrd="0" presId="urn:microsoft.com/office/officeart/2005/8/layout/architecture"/>
    <dgm:cxn modelId="{B1C0E3FA-94D1-4D95-88B0-D01B0C5336B1}" type="presParOf" srcId="{675A3F68-4A57-4E31-8695-C2BADFAA6C49}" destId="{B55AA0E4-DFE2-4502-8B7A-D4C0BC6FC2CC}" srcOrd="1" destOrd="0" presId="urn:microsoft.com/office/officeart/2005/8/layout/architecture"/>
    <dgm:cxn modelId="{11117632-7B50-45BE-8935-05440B491836}" type="presParOf" srcId="{675A3F68-4A57-4E31-8695-C2BADFAA6C49}" destId="{AD55CDE4-A7DA-4798-8DD3-F2D2AD4B1E43}" srcOrd="2" destOrd="0" presId="urn:microsoft.com/office/officeart/2005/8/layout/architecture"/>
    <dgm:cxn modelId="{67079FBB-BF6A-402B-9482-52A44E1B0962}" type="presParOf" srcId="{AD55CDE4-A7DA-4798-8DD3-F2D2AD4B1E43}" destId="{86D973C5-6EF5-463C-B299-76091477F3B6}" srcOrd="0" destOrd="0" presId="urn:microsoft.com/office/officeart/2005/8/layout/architecture"/>
    <dgm:cxn modelId="{77CCC321-933E-498E-A147-C443718ABEDD}" type="presParOf" srcId="{86D973C5-6EF5-463C-B299-76091477F3B6}" destId="{1EDE9078-0AF1-4895-8B10-09389A87A6BF}" srcOrd="0" destOrd="0" presId="urn:microsoft.com/office/officeart/2005/8/layout/architecture"/>
    <dgm:cxn modelId="{067C5F22-5F4D-45AB-A8A2-0525D96F05EE}" type="presParOf" srcId="{86D973C5-6EF5-463C-B299-76091477F3B6}" destId="{5E37E028-1CB0-4223-B222-C460FE860AB3}" srcOrd="1" destOrd="0" presId="urn:microsoft.com/office/officeart/2005/8/layout/architecture"/>
    <dgm:cxn modelId="{6E69A247-6110-40C2-8735-C186C98AD069}" type="presParOf" srcId="{86D973C5-6EF5-463C-B299-76091477F3B6}" destId="{E1D879E4-373B-4A7E-B95B-857067D641D7}" srcOrd="2" destOrd="0" presId="urn:microsoft.com/office/officeart/2005/8/layout/architecture"/>
    <dgm:cxn modelId="{5F7089AC-1D1A-482E-84B6-5FB439F45B27}" type="presParOf" srcId="{E1D879E4-373B-4A7E-B95B-857067D641D7}" destId="{06AFF916-427C-4E26-BE05-669B09C22690}" srcOrd="0" destOrd="0" presId="urn:microsoft.com/office/officeart/2005/8/layout/architecture"/>
    <dgm:cxn modelId="{7957780F-8719-4036-8A57-6CA9E34031AC}" type="presParOf" srcId="{06AFF916-427C-4E26-BE05-669B09C22690}" destId="{D0FC720E-1A33-4BD3-B00A-50B8F7F80798}" srcOrd="0" destOrd="0" presId="urn:microsoft.com/office/officeart/2005/8/layout/architecture"/>
    <dgm:cxn modelId="{467D08EC-F6B5-4A89-BA52-2D3436BB72D4}" type="presParOf" srcId="{06AFF916-427C-4E26-BE05-669B09C22690}" destId="{0346E13D-552D-46EA-945B-039CC533E05D}" srcOrd="1" destOrd="0" presId="urn:microsoft.com/office/officeart/2005/8/layout/architecture"/>
    <dgm:cxn modelId="{C5832143-73C0-4BD6-9E2C-B0B8D123B1C0}" type="presParOf" srcId="{E1D879E4-373B-4A7E-B95B-857067D641D7}" destId="{C207204C-1E20-4D58-BCD8-A379A33E7615}" srcOrd="1" destOrd="0" presId="urn:microsoft.com/office/officeart/2005/8/layout/architecture"/>
    <dgm:cxn modelId="{90F64A2E-6281-4562-AF2A-1BC8B4032A1D}" type="presParOf" srcId="{E1D879E4-373B-4A7E-B95B-857067D641D7}" destId="{81F36F37-4B89-4714-8C94-13346C999046}" srcOrd="2" destOrd="0" presId="urn:microsoft.com/office/officeart/2005/8/layout/architecture"/>
    <dgm:cxn modelId="{088C8697-AFF5-4A1C-A76D-BD81437F64F8}" type="presParOf" srcId="{81F36F37-4B89-4714-8C94-13346C999046}" destId="{C5EF3D33-2BEB-4906-9E61-95B0B95B2874}" srcOrd="0" destOrd="0" presId="urn:microsoft.com/office/officeart/2005/8/layout/architecture"/>
    <dgm:cxn modelId="{9AA058F8-86A7-40EE-B9DB-80EEC7A51B17}" type="presParOf" srcId="{81F36F37-4B89-4714-8C94-13346C999046}" destId="{5D5B5CB0-2DDE-4E4E-B938-A2F518C3F457}" srcOrd="1" destOrd="0" presId="urn:microsoft.com/office/officeart/2005/8/layout/architecture"/>
    <dgm:cxn modelId="{5773F8AC-1E6C-49D9-85C1-6CDDA8A434BB}" type="presParOf" srcId="{AD55CDE4-A7DA-4798-8DD3-F2D2AD4B1E43}" destId="{558F1EEB-F9FF-41AB-BA4C-F1D092653FC0}" srcOrd="1" destOrd="0" presId="urn:microsoft.com/office/officeart/2005/8/layout/architecture"/>
    <dgm:cxn modelId="{2667443D-3121-4BAF-8889-BA610A19C9A0}" type="presParOf" srcId="{AD55CDE4-A7DA-4798-8DD3-F2D2AD4B1E43}" destId="{B85D8D25-7A96-47C2-86A6-7B44B3A37266}" srcOrd="2" destOrd="0" presId="urn:microsoft.com/office/officeart/2005/8/layout/architecture"/>
    <dgm:cxn modelId="{4C4DA278-31A4-4B15-91F8-E10983A45289}" type="presParOf" srcId="{B85D8D25-7A96-47C2-86A6-7B44B3A37266}" destId="{0D26B45D-CC1D-44D0-AECB-5A027871C538}" srcOrd="0" destOrd="0" presId="urn:microsoft.com/office/officeart/2005/8/layout/architecture"/>
    <dgm:cxn modelId="{89E61ED9-D7E6-495F-B69A-1795D14AA13E}" type="presParOf" srcId="{B85D8D25-7A96-47C2-86A6-7B44B3A37266}" destId="{6CA554D7-7266-43DE-84B3-739842F25F34}" srcOrd="1" destOrd="0" presId="urn:microsoft.com/office/officeart/2005/8/layout/architecture"/>
    <dgm:cxn modelId="{C733BBD4-3C2B-4137-B19B-8AA7002B08FB}" type="presParOf" srcId="{B85D8D25-7A96-47C2-86A6-7B44B3A37266}" destId="{455141EF-2DA9-4242-9105-4D8651162CC2}" srcOrd="2" destOrd="0" presId="urn:microsoft.com/office/officeart/2005/8/layout/architecture"/>
    <dgm:cxn modelId="{8C99AF56-D1B6-40CC-84D7-95674093ACFF}" type="presParOf" srcId="{455141EF-2DA9-4242-9105-4D8651162CC2}" destId="{04C22604-8972-4494-A2D9-285957B72291}" srcOrd="0" destOrd="0" presId="urn:microsoft.com/office/officeart/2005/8/layout/architecture"/>
    <dgm:cxn modelId="{1CF3126F-B3A0-47EB-A356-A676BF4A4826}" type="presParOf" srcId="{04C22604-8972-4494-A2D9-285957B72291}" destId="{15BE08A9-4004-4E1F-BAFE-F8F9F6725DF6}" srcOrd="0" destOrd="0" presId="urn:microsoft.com/office/officeart/2005/8/layout/architecture"/>
    <dgm:cxn modelId="{5E93074A-D46B-45D3-BF14-03DB992DBE2B}" type="presParOf" srcId="{04C22604-8972-4494-A2D9-285957B72291}" destId="{EFA33942-F43E-45D7-A655-E7D080934651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51BA5A-C779-4E8E-991E-AE1687646E2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B3D9E3E-4B12-4FBD-831D-8CFEEFFE1E83}">
      <dgm:prSet phldrT="[Text]" phldr="1" custT="1"/>
      <dgm:spPr>
        <a:solidFill>
          <a:srgbClr val="D45240"/>
        </a:solidFill>
        <a:ln>
          <a:noFill/>
        </a:ln>
      </dgm:spPr>
      <dgm:t>
        <a:bodyPr/>
        <a:lstStyle/>
        <a:p>
          <a:endParaRPr lang="en-IN" sz="1800">
            <a:latin typeface="ES Klarheit Grotesk" pitchFamily="2" charset="0"/>
            <a:ea typeface="ES Klarheit Grotesk" pitchFamily="2" charset="0"/>
          </a:endParaRPr>
        </a:p>
      </dgm:t>
    </dgm:pt>
    <dgm:pt modelId="{7EEAF360-EF65-407F-9C63-81B818B8671D}" type="parTrans" cxnId="{E2E0F453-1519-4085-8D2D-1C6751B806E9}">
      <dgm:prSet/>
      <dgm:spPr/>
      <dgm:t>
        <a:bodyPr/>
        <a:lstStyle/>
        <a:p>
          <a:endParaRPr lang="en-IN"/>
        </a:p>
      </dgm:t>
    </dgm:pt>
    <dgm:pt modelId="{97C82C54-8051-48E0-AD64-C2B653F0F374}" type="sibTrans" cxnId="{E2E0F453-1519-4085-8D2D-1C6751B806E9}">
      <dgm:prSet/>
      <dgm:spPr/>
      <dgm:t>
        <a:bodyPr/>
        <a:lstStyle/>
        <a:p>
          <a:endParaRPr lang="en-IN"/>
        </a:p>
      </dgm:t>
    </dgm:pt>
    <dgm:pt modelId="{66EDC8DF-626B-4EC6-AC2C-B3314580F48E}">
      <dgm:prSet phldrT="[Text]" phldr="1" custT="1"/>
      <dgm:spPr>
        <a:solidFill>
          <a:srgbClr val="D45240"/>
        </a:solidFill>
        <a:ln>
          <a:noFill/>
        </a:ln>
      </dgm:spPr>
      <dgm:t>
        <a:bodyPr/>
        <a:lstStyle/>
        <a:p>
          <a:endParaRPr lang="en-IN" sz="1800">
            <a:latin typeface="ES Klarheit Grotesk" pitchFamily="2" charset="0"/>
            <a:ea typeface="ES Klarheit Grotesk" pitchFamily="2" charset="0"/>
          </a:endParaRPr>
        </a:p>
      </dgm:t>
    </dgm:pt>
    <dgm:pt modelId="{8DB463EF-9A22-4829-AD97-7AFD57370C30}" type="parTrans" cxnId="{1CA0AF5F-7EA1-467C-9236-33919C1A60CC}">
      <dgm:prSet/>
      <dgm:spPr/>
      <dgm:t>
        <a:bodyPr/>
        <a:lstStyle/>
        <a:p>
          <a:endParaRPr lang="en-IN"/>
        </a:p>
      </dgm:t>
    </dgm:pt>
    <dgm:pt modelId="{3F883DD7-0BF2-4997-996A-BAE581347114}" type="sibTrans" cxnId="{1CA0AF5F-7EA1-467C-9236-33919C1A60CC}">
      <dgm:prSet/>
      <dgm:spPr/>
      <dgm:t>
        <a:bodyPr/>
        <a:lstStyle/>
        <a:p>
          <a:endParaRPr lang="en-IN"/>
        </a:p>
      </dgm:t>
    </dgm:pt>
    <dgm:pt modelId="{EC0F54AA-E418-4044-B23A-BDD5BE001296}">
      <dgm:prSet phldrT="[Text]" phldr="1" custT="1"/>
      <dgm:spPr>
        <a:solidFill>
          <a:srgbClr val="D45240"/>
        </a:solidFill>
        <a:ln>
          <a:noFill/>
        </a:ln>
      </dgm:spPr>
      <dgm:t>
        <a:bodyPr/>
        <a:lstStyle/>
        <a:p>
          <a:endParaRPr lang="en-IN" sz="1800">
            <a:latin typeface="ES Klarheit Grotesk" pitchFamily="2" charset="0"/>
            <a:ea typeface="ES Klarheit Grotesk" pitchFamily="2" charset="0"/>
          </a:endParaRPr>
        </a:p>
      </dgm:t>
    </dgm:pt>
    <dgm:pt modelId="{5ACDD173-3C35-44AD-B392-5939F829D6EA}" type="parTrans" cxnId="{9554838C-3779-4C53-9AE5-8B32ED244F45}">
      <dgm:prSet/>
      <dgm:spPr/>
      <dgm:t>
        <a:bodyPr/>
        <a:lstStyle/>
        <a:p>
          <a:endParaRPr lang="en-IN"/>
        </a:p>
      </dgm:t>
    </dgm:pt>
    <dgm:pt modelId="{017B0E24-9288-4D67-B676-44FF2EE31373}" type="sibTrans" cxnId="{9554838C-3779-4C53-9AE5-8B32ED244F45}">
      <dgm:prSet/>
      <dgm:spPr/>
      <dgm:t>
        <a:bodyPr/>
        <a:lstStyle/>
        <a:p>
          <a:endParaRPr lang="en-IN"/>
        </a:p>
      </dgm:t>
    </dgm:pt>
    <dgm:pt modelId="{CAAB1A9A-D53F-4F35-8E10-1985ED6D914A}" type="pres">
      <dgm:prSet presAssocID="{6F51BA5A-C779-4E8E-991E-AE1687646E29}" presName="linear" presStyleCnt="0">
        <dgm:presLayoutVars>
          <dgm:dir/>
          <dgm:animLvl val="lvl"/>
          <dgm:resizeHandles val="exact"/>
        </dgm:presLayoutVars>
      </dgm:prSet>
      <dgm:spPr/>
    </dgm:pt>
    <dgm:pt modelId="{BFDBC3D1-7671-4910-890F-5A1D3A8D5D4E}" type="pres">
      <dgm:prSet presAssocID="{5B3D9E3E-4B12-4FBD-831D-8CFEEFFE1E83}" presName="parentLin" presStyleCnt="0"/>
      <dgm:spPr/>
    </dgm:pt>
    <dgm:pt modelId="{9747DB7D-A405-4389-A351-9C125FE47C0E}" type="pres">
      <dgm:prSet presAssocID="{5B3D9E3E-4B12-4FBD-831D-8CFEEFFE1E83}" presName="parentLeftMargin" presStyleLbl="node1" presStyleIdx="0" presStyleCnt="3"/>
      <dgm:spPr/>
    </dgm:pt>
    <dgm:pt modelId="{C8E4AFDF-D704-4D39-9676-C79B0BD665B2}" type="pres">
      <dgm:prSet presAssocID="{5B3D9E3E-4B12-4FBD-831D-8CFEEFFE1E8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2CA7DF1-06C9-4CCC-866D-3FDA7E191BDA}" type="pres">
      <dgm:prSet presAssocID="{5B3D9E3E-4B12-4FBD-831D-8CFEEFFE1E83}" presName="negativeSpace" presStyleCnt="0"/>
      <dgm:spPr/>
    </dgm:pt>
    <dgm:pt modelId="{77B791F5-BF87-4059-A20D-64A59D86DC74}" type="pres">
      <dgm:prSet presAssocID="{5B3D9E3E-4B12-4FBD-831D-8CFEEFFE1E83}" presName="childText" presStyleLbl="conFgAcc1" presStyleIdx="0" presStyleCnt="3">
        <dgm:presLayoutVars>
          <dgm:bulletEnabled val="1"/>
        </dgm:presLayoutVars>
      </dgm:prSet>
      <dgm:spPr>
        <a:solidFill>
          <a:schemeClr val="bg1">
            <a:lumMod val="95000"/>
            <a:alpha val="90000"/>
          </a:schemeClr>
        </a:solidFill>
        <a:ln w="3175">
          <a:solidFill>
            <a:srgbClr val="D45240"/>
          </a:solidFill>
        </a:ln>
      </dgm:spPr>
    </dgm:pt>
    <dgm:pt modelId="{066F03FD-2E88-45D4-9148-F26D817C5CC9}" type="pres">
      <dgm:prSet presAssocID="{97C82C54-8051-48E0-AD64-C2B653F0F374}" presName="spaceBetweenRectangles" presStyleCnt="0"/>
      <dgm:spPr/>
    </dgm:pt>
    <dgm:pt modelId="{B3F3F51E-5416-4466-8B90-FDB30681BE86}" type="pres">
      <dgm:prSet presAssocID="{66EDC8DF-626B-4EC6-AC2C-B3314580F48E}" presName="parentLin" presStyleCnt="0"/>
      <dgm:spPr/>
    </dgm:pt>
    <dgm:pt modelId="{963E02A1-2DF5-4946-AF07-901E02A27F30}" type="pres">
      <dgm:prSet presAssocID="{66EDC8DF-626B-4EC6-AC2C-B3314580F48E}" presName="parentLeftMargin" presStyleLbl="node1" presStyleIdx="0" presStyleCnt="3"/>
      <dgm:spPr/>
    </dgm:pt>
    <dgm:pt modelId="{6BBA55AB-E284-4A0C-A4C4-AA962F0E6D49}" type="pres">
      <dgm:prSet presAssocID="{66EDC8DF-626B-4EC6-AC2C-B3314580F48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D7E561B-322E-4CD2-AF27-D964F7EEB589}" type="pres">
      <dgm:prSet presAssocID="{66EDC8DF-626B-4EC6-AC2C-B3314580F48E}" presName="negativeSpace" presStyleCnt="0"/>
      <dgm:spPr/>
    </dgm:pt>
    <dgm:pt modelId="{DDCA379B-D548-4FAF-A7C5-72FB524669B4}" type="pres">
      <dgm:prSet presAssocID="{66EDC8DF-626B-4EC6-AC2C-B3314580F48E}" presName="childText" presStyleLbl="conFgAcc1" presStyleIdx="1" presStyleCnt="3">
        <dgm:presLayoutVars>
          <dgm:bulletEnabled val="1"/>
        </dgm:presLayoutVars>
      </dgm:prSet>
      <dgm:spPr>
        <a:solidFill>
          <a:schemeClr val="bg1">
            <a:lumMod val="95000"/>
            <a:alpha val="90000"/>
          </a:schemeClr>
        </a:solidFill>
        <a:ln w="3175">
          <a:solidFill>
            <a:srgbClr val="D45240"/>
          </a:solidFill>
        </a:ln>
      </dgm:spPr>
    </dgm:pt>
    <dgm:pt modelId="{1A87F8EB-1057-4AD7-BB09-25D6D7AF9A5C}" type="pres">
      <dgm:prSet presAssocID="{3F883DD7-0BF2-4997-996A-BAE581347114}" presName="spaceBetweenRectangles" presStyleCnt="0"/>
      <dgm:spPr/>
    </dgm:pt>
    <dgm:pt modelId="{A9497BF5-DF1F-48CF-9EEB-D6F20872E2CD}" type="pres">
      <dgm:prSet presAssocID="{EC0F54AA-E418-4044-B23A-BDD5BE001296}" presName="parentLin" presStyleCnt="0"/>
      <dgm:spPr/>
    </dgm:pt>
    <dgm:pt modelId="{1EEE88A2-97FD-4DB1-9329-4641546D10B1}" type="pres">
      <dgm:prSet presAssocID="{EC0F54AA-E418-4044-B23A-BDD5BE001296}" presName="parentLeftMargin" presStyleLbl="node1" presStyleIdx="1" presStyleCnt="3"/>
      <dgm:spPr/>
    </dgm:pt>
    <dgm:pt modelId="{8FFC191F-64C9-4E80-8D61-17512A090956}" type="pres">
      <dgm:prSet presAssocID="{EC0F54AA-E418-4044-B23A-BDD5BE00129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971C8E6-2760-4B41-B1FD-3FE2D47C3AA1}" type="pres">
      <dgm:prSet presAssocID="{EC0F54AA-E418-4044-B23A-BDD5BE001296}" presName="negativeSpace" presStyleCnt="0"/>
      <dgm:spPr/>
    </dgm:pt>
    <dgm:pt modelId="{88624D8D-C93D-40D7-B7CE-533ADCA7491D}" type="pres">
      <dgm:prSet presAssocID="{EC0F54AA-E418-4044-B23A-BDD5BE001296}" presName="childText" presStyleLbl="conFgAcc1" presStyleIdx="2" presStyleCnt="3" custLinFactNeighborX="34785" custLinFactNeighborY="95100">
        <dgm:presLayoutVars>
          <dgm:bulletEnabled val="1"/>
        </dgm:presLayoutVars>
      </dgm:prSet>
      <dgm:spPr>
        <a:solidFill>
          <a:schemeClr val="bg1">
            <a:lumMod val="95000"/>
            <a:alpha val="90000"/>
          </a:schemeClr>
        </a:solidFill>
        <a:ln w="3175">
          <a:solidFill>
            <a:srgbClr val="D45240"/>
          </a:solidFill>
        </a:ln>
      </dgm:spPr>
    </dgm:pt>
  </dgm:ptLst>
  <dgm:cxnLst>
    <dgm:cxn modelId="{415DA50D-39D7-4527-9635-23C0C0A03E84}" type="presOf" srcId="{5B3D9E3E-4B12-4FBD-831D-8CFEEFFE1E83}" destId="{9747DB7D-A405-4389-A351-9C125FE47C0E}" srcOrd="0" destOrd="0" presId="urn:microsoft.com/office/officeart/2005/8/layout/list1"/>
    <dgm:cxn modelId="{F170875F-0B24-463E-8F91-659E4EEF15CD}" type="presOf" srcId="{5B3D9E3E-4B12-4FBD-831D-8CFEEFFE1E83}" destId="{C8E4AFDF-D704-4D39-9676-C79B0BD665B2}" srcOrd="1" destOrd="0" presId="urn:microsoft.com/office/officeart/2005/8/layout/list1"/>
    <dgm:cxn modelId="{1CA0AF5F-7EA1-467C-9236-33919C1A60CC}" srcId="{6F51BA5A-C779-4E8E-991E-AE1687646E29}" destId="{66EDC8DF-626B-4EC6-AC2C-B3314580F48E}" srcOrd="1" destOrd="0" parTransId="{8DB463EF-9A22-4829-AD97-7AFD57370C30}" sibTransId="{3F883DD7-0BF2-4997-996A-BAE581347114}"/>
    <dgm:cxn modelId="{DDB3AB63-5827-4457-89E8-7F8AE95F4D99}" type="presOf" srcId="{66EDC8DF-626B-4EC6-AC2C-B3314580F48E}" destId="{963E02A1-2DF5-4946-AF07-901E02A27F30}" srcOrd="0" destOrd="0" presId="urn:microsoft.com/office/officeart/2005/8/layout/list1"/>
    <dgm:cxn modelId="{B2E2B264-F929-45D1-AA2E-CDABFD888E47}" type="presOf" srcId="{EC0F54AA-E418-4044-B23A-BDD5BE001296}" destId="{1EEE88A2-97FD-4DB1-9329-4641546D10B1}" srcOrd="0" destOrd="0" presId="urn:microsoft.com/office/officeart/2005/8/layout/list1"/>
    <dgm:cxn modelId="{E730254A-74CF-4BC7-B83D-C552044CF13F}" type="presOf" srcId="{66EDC8DF-626B-4EC6-AC2C-B3314580F48E}" destId="{6BBA55AB-E284-4A0C-A4C4-AA962F0E6D49}" srcOrd="1" destOrd="0" presId="urn:microsoft.com/office/officeart/2005/8/layout/list1"/>
    <dgm:cxn modelId="{E2E0F453-1519-4085-8D2D-1C6751B806E9}" srcId="{6F51BA5A-C779-4E8E-991E-AE1687646E29}" destId="{5B3D9E3E-4B12-4FBD-831D-8CFEEFFE1E83}" srcOrd="0" destOrd="0" parTransId="{7EEAF360-EF65-407F-9C63-81B818B8671D}" sibTransId="{97C82C54-8051-48E0-AD64-C2B653F0F374}"/>
    <dgm:cxn modelId="{5ABF6F76-D196-4F62-9024-8067EA70AFA3}" type="presOf" srcId="{EC0F54AA-E418-4044-B23A-BDD5BE001296}" destId="{8FFC191F-64C9-4E80-8D61-17512A090956}" srcOrd="1" destOrd="0" presId="urn:microsoft.com/office/officeart/2005/8/layout/list1"/>
    <dgm:cxn modelId="{9554838C-3779-4C53-9AE5-8B32ED244F45}" srcId="{6F51BA5A-C779-4E8E-991E-AE1687646E29}" destId="{EC0F54AA-E418-4044-B23A-BDD5BE001296}" srcOrd="2" destOrd="0" parTransId="{5ACDD173-3C35-44AD-B392-5939F829D6EA}" sibTransId="{017B0E24-9288-4D67-B676-44FF2EE31373}"/>
    <dgm:cxn modelId="{486433F1-062E-4DE3-8DE9-C1A8BB9C67FF}" type="presOf" srcId="{6F51BA5A-C779-4E8E-991E-AE1687646E29}" destId="{CAAB1A9A-D53F-4F35-8E10-1985ED6D914A}" srcOrd="0" destOrd="0" presId="urn:microsoft.com/office/officeart/2005/8/layout/list1"/>
    <dgm:cxn modelId="{9A2FDFC3-288D-407C-946B-B017128B02A0}" type="presParOf" srcId="{CAAB1A9A-D53F-4F35-8E10-1985ED6D914A}" destId="{BFDBC3D1-7671-4910-890F-5A1D3A8D5D4E}" srcOrd="0" destOrd="0" presId="urn:microsoft.com/office/officeart/2005/8/layout/list1"/>
    <dgm:cxn modelId="{B539A9F5-933A-4ABF-B9E4-7399064B95FA}" type="presParOf" srcId="{BFDBC3D1-7671-4910-890F-5A1D3A8D5D4E}" destId="{9747DB7D-A405-4389-A351-9C125FE47C0E}" srcOrd="0" destOrd="0" presId="urn:microsoft.com/office/officeart/2005/8/layout/list1"/>
    <dgm:cxn modelId="{B4CE039C-7849-4684-A6DA-9095FAA4DDE8}" type="presParOf" srcId="{BFDBC3D1-7671-4910-890F-5A1D3A8D5D4E}" destId="{C8E4AFDF-D704-4D39-9676-C79B0BD665B2}" srcOrd="1" destOrd="0" presId="urn:microsoft.com/office/officeart/2005/8/layout/list1"/>
    <dgm:cxn modelId="{ECD63EE1-9C1D-4EFE-8181-B49474CBAF70}" type="presParOf" srcId="{CAAB1A9A-D53F-4F35-8E10-1985ED6D914A}" destId="{F2CA7DF1-06C9-4CCC-866D-3FDA7E191BDA}" srcOrd="1" destOrd="0" presId="urn:microsoft.com/office/officeart/2005/8/layout/list1"/>
    <dgm:cxn modelId="{6B07B601-C462-43BC-938B-FE128517D6D3}" type="presParOf" srcId="{CAAB1A9A-D53F-4F35-8E10-1985ED6D914A}" destId="{77B791F5-BF87-4059-A20D-64A59D86DC74}" srcOrd="2" destOrd="0" presId="urn:microsoft.com/office/officeart/2005/8/layout/list1"/>
    <dgm:cxn modelId="{256F0833-9B94-4897-9B1E-B76FB2C002BC}" type="presParOf" srcId="{CAAB1A9A-D53F-4F35-8E10-1985ED6D914A}" destId="{066F03FD-2E88-45D4-9148-F26D817C5CC9}" srcOrd="3" destOrd="0" presId="urn:microsoft.com/office/officeart/2005/8/layout/list1"/>
    <dgm:cxn modelId="{0A719740-F114-4DF5-B1CB-B4F037E7EE23}" type="presParOf" srcId="{CAAB1A9A-D53F-4F35-8E10-1985ED6D914A}" destId="{B3F3F51E-5416-4466-8B90-FDB30681BE86}" srcOrd="4" destOrd="0" presId="urn:microsoft.com/office/officeart/2005/8/layout/list1"/>
    <dgm:cxn modelId="{A3D95222-F817-4C1C-BCFB-1E0A81C49A67}" type="presParOf" srcId="{B3F3F51E-5416-4466-8B90-FDB30681BE86}" destId="{963E02A1-2DF5-4946-AF07-901E02A27F30}" srcOrd="0" destOrd="0" presId="urn:microsoft.com/office/officeart/2005/8/layout/list1"/>
    <dgm:cxn modelId="{167FA5F8-0F51-4E5E-85FA-F24E2B4BDFEB}" type="presParOf" srcId="{B3F3F51E-5416-4466-8B90-FDB30681BE86}" destId="{6BBA55AB-E284-4A0C-A4C4-AA962F0E6D49}" srcOrd="1" destOrd="0" presId="urn:microsoft.com/office/officeart/2005/8/layout/list1"/>
    <dgm:cxn modelId="{69CEC46D-A8ED-4785-B6B8-3640E8A707C4}" type="presParOf" srcId="{CAAB1A9A-D53F-4F35-8E10-1985ED6D914A}" destId="{AD7E561B-322E-4CD2-AF27-D964F7EEB589}" srcOrd="5" destOrd="0" presId="urn:microsoft.com/office/officeart/2005/8/layout/list1"/>
    <dgm:cxn modelId="{CCBD70C4-19FB-46F2-8F43-399CA21BC76E}" type="presParOf" srcId="{CAAB1A9A-D53F-4F35-8E10-1985ED6D914A}" destId="{DDCA379B-D548-4FAF-A7C5-72FB524669B4}" srcOrd="6" destOrd="0" presId="urn:microsoft.com/office/officeart/2005/8/layout/list1"/>
    <dgm:cxn modelId="{A74BEE09-A6EC-4BAF-91C7-ED31BD0D93E1}" type="presParOf" srcId="{CAAB1A9A-D53F-4F35-8E10-1985ED6D914A}" destId="{1A87F8EB-1057-4AD7-BB09-25D6D7AF9A5C}" srcOrd="7" destOrd="0" presId="urn:microsoft.com/office/officeart/2005/8/layout/list1"/>
    <dgm:cxn modelId="{CDD5E31B-B2D7-4081-9BEB-00FB85066385}" type="presParOf" srcId="{CAAB1A9A-D53F-4F35-8E10-1985ED6D914A}" destId="{A9497BF5-DF1F-48CF-9EEB-D6F20872E2CD}" srcOrd="8" destOrd="0" presId="urn:microsoft.com/office/officeart/2005/8/layout/list1"/>
    <dgm:cxn modelId="{389EBBB8-2981-4305-8C1B-E1D10EA17FED}" type="presParOf" srcId="{A9497BF5-DF1F-48CF-9EEB-D6F20872E2CD}" destId="{1EEE88A2-97FD-4DB1-9329-4641546D10B1}" srcOrd="0" destOrd="0" presId="urn:microsoft.com/office/officeart/2005/8/layout/list1"/>
    <dgm:cxn modelId="{BAE4509C-75FB-4AEF-8A8B-375335E74BE1}" type="presParOf" srcId="{A9497BF5-DF1F-48CF-9EEB-D6F20872E2CD}" destId="{8FFC191F-64C9-4E80-8D61-17512A090956}" srcOrd="1" destOrd="0" presId="urn:microsoft.com/office/officeart/2005/8/layout/list1"/>
    <dgm:cxn modelId="{F97E7D64-76F0-4062-8962-2C719AFDFEE5}" type="presParOf" srcId="{CAAB1A9A-D53F-4F35-8E10-1985ED6D914A}" destId="{5971C8E6-2760-4B41-B1FD-3FE2D47C3AA1}" srcOrd="9" destOrd="0" presId="urn:microsoft.com/office/officeart/2005/8/layout/list1"/>
    <dgm:cxn modelId="{6BE20665-C5E0-425B-A9D8-344F7B89E415}" type="presParOf" srcId="{CAAB1A9A-D53F-4F35-8E10-1985ED6D914A}" destId="{88624D8D-C93D-40D7-B7CE-533ADCA7491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B856E2-5912-2142-A4FA-B21391D8944D}">
      <dsp:nvSpPr>
        <dsp:cNvPr id="0" name=""/>
        <dsp:cNvSpPr/>
      </dsp:nvSpPr>
      <dsp:spPr>
        <a:xfrm>
          <a:off x="1508104" y="1147525"/>
          <a:ext cx="881075" cy="881075"/>
        </a:xfrm>
        <a:prstGeom prst="ellipse">
          <a:avLst/>
        </a:prstGeom>
        <a:solidFill>
          <a:srgbClr val="FF5E4F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>
              <a:solidFill>
                <a:srgbClr val="FFFFFF"/>
              </a:solidFill>
              <a:latin typeface="ES Klarheit Grotesk"/>
              <a:ea typeface="+mn-ea"/>
              <a:cs typeface="+mn-cs"/>
            </a:rPr>
            <a:t>Example text</a:t>
          </a:r>
        </a:p>
      </dsp:txBody>
      <dsp:txXfrm>
        <a:off x="1637134" y="1276555"/>
        <a:ext cx="623015" cy="623015"/>
      </dsp:txXfrm>
    </dsp:sp>
    <dsp:sp modelId="{3968491B-55BA-544C-8E9E-4F143FC42607}">
      <dsp:nvSpPr>
        <dsp:cNvPr id="0" name=""/>
        <dsp:cNvSpPr/>
      </dsp:nvSpPr>
      <dsp:spPr>
        <a:xfrm rot="16200000">
          <a:off x="1816293" y="994830"/>
          <a:ext cx="264697" cy="40693"/>
        </a:xfrm>
        <a:custGeom>
          <a:avLst/>
          <a:gdLst/>
          <a:ahLst/>
          <a:cxnLst/>
          <a:rect l="0" t="0" r="0" b="0"/>
          <a:pathLst>
            <a:path>
              <a:moveTo>
                <a:pt x="0" y="20346"/>
              </a:moveTo>
              <a:lnTo>
                <a:pt x="483505" y="20346"/>
              </a:lnTo>
            </a:path>
          </a:pathLst>
        </a:custGeom>
        <a:noFill/>
        <a:ln w="3175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>
            <a:solidFill>
              <a:srgbClr val="1A1A1A">
                <a:hueOff val="0"/>
                <a:satOff val="0"/>
                <a:lumOff val="0"/>
                <a:alphaOff val="0"/>
              </a:srgbClr>
            </a:solidFill>
            <a:latin typeface="ES Klarheit Grotesk"/>
            <a:ea typeface="+mn-ea"/>
            <a:cs typeface="+mn-cs"/>
          </a:endParaRPr>
        </a:p>
      </dsp:txBody>
      <dsp:txXfrm>
        <a:off x="1942024" y="1021793"/>
        <a:ext cx="0" cy="0"/>
      </dsp:txXfrm>
    </dsp:sp>
    <dsp:sp modelId="{12A9E46F-86C2-1845-AA79-083FB4BC297A}">
      <dsp:nvSpPr>
        <dsp:cNvPr id="0" name=""/>
        <dsp:cNvSpPr/>
      </dsp:nvSpPr>
      <dsp:spPr>
        <a:xfrm>
          <a:off x="1508104" y="1753"/>
          <a:ext cx="881075" cy="881075"/>
        </a:xfrm>
        <a:prstGeom prst="ellipse">
          <a:avLst/>
        </a:prstGeom>
        <a:solidFill>
          <a:srgbClr val="559BB5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>
              <a:solidFill>
                <a:srgbClr val="FFFFFF"/>
              </a:solidFill>
              <a:latin typeface="ES Klarheit Grotesk"/>
              <a:ea typeface="+mn-ea"/>
              <a:cs typeface="+mn-cs"/>
            </a:rPr>
            <a:t>Example text</a:t>
          </a:r>
        </a:p>
      </dsp:txBody>
      <dsp:txXfrm>
        <a:off x="1637134" y="130783"/>
        <a:ext cx="623015" cy="623015"/>
      </dsp:txXfrm>
    </dsp:sp>
    <dsp:sp modelId="{98694767-AFBA-D04B-805F-F69F4A5CA19A}">
      <dsp:nvSpPr>
        <dsp:cNvPr id="0" name=""/>
        <dsp:cNvSpPr/>
      </dsp:nvSpPr>
      <dsp:spPr>
        <a:xfrm rot="20520000">
          <a:off x="2361140" y="1390685"/>
          <a:ext cx="264697" cy="40693"/>
        </a:xfrm>
        <a:custGeom>
          <a:avLst/>
          <a:gdLst/>
          <a:ahLst/>
          <a:cxnLst/>
          <a:rect l="0" t="0" r="0" b="0"/>
          <a:pathLst>
            <a:path>
              <a:moveTo>
                <a:pt x="0" y="20346"/>
              </a:moveTo>
              <a:lnTo>
                <a:pt x="483505" y="20346"/>
              </a:lnTo>
            </a:path>
          </a:pathLst>
        </a:custGeom>
        <a:noFill/>
        <a:ln w="3175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>
            <a:solidFill>
              <a:srgbClr val="1A1A1A">
                <a:hueOff val="0"/>
                <a:satOff val="0"/>
                <a:lumOff val="0"/>
                <a:alphaOff val="0"/>
              </a:srgbClr>
            </a:solidFill>
            <a:latin typeface="ES Klarheit Grotesk"/>
            <a:ea typeface="+mn-ea"/>
            <a:cs typeface="+mn-cs"/>
          </a:endParaRPr>
        </a:p>
      </dsp:txBody>
      <dsp:txXfrm>
        <a:off x="2485150" y="1406783"/>
        <a:ext cx="0" cy="0"/>
      </dsp:txXfrm>
    </dsp:sp>
    <dsp:sp modelId="{DA0F72B1-E60C-564E-AA65-6D78C7FF8FB3}">
      <dsp:nvSpPr>
        <dsp:cNvPr id="0" name=""/>
        <dsp:cNvSpPr/>
      </dsp:nvSpPr>
      <dsp:spPr>
        <a:xfrm>
          <a:off x="2597798" y="793462"/>
          <a:ext cx="881075" cy="881075"/>
        </a:xfrm>
        <a:prstGeom prst="ellipse">
          <a:avLst/>
        </a:prstGeom>
        <a:solidFill>
          <a:srgbClr val="482475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>
              <a:solidFill>
                <a:srgbClr val="FFFFFF"/>
              </a:solidFill>
              <a:latin typeface="ES Klarheit Grotesk"/>
              <a:ea typeface="+mn-ea"/>
              <a:cs typeface="+mn-cs"/>
            </a:rPr>
            <a:t>Example text</a:t>
          </a:r>
        </a:p>
      </dsp:txBody>
      <dsp:txXfrm>
        <a:off x="2726828" y="922492"/>
        <a:ext cx="623015" cy="623015"/>
      </dsp:txXfrm>
    </dsp:sp>
    <dsp:sp modelId="{BB00DE1B-9CC9-A84C-BC18-6EE9245B33E4}">
      <dsp:nvSpPr>
        <dsp:cNvPr id="0" name=""/>
        <dsp:cNvSpPr/>
      </dsp:nvSpPr>
      <dsp:spPr>
        <a:xfrm rot="3240000">
          <a:off x="2153027" y="2031191"/>
          <a:ext cx="264697" cy="40693"/>
        </a:xfrm>
        <a:custGeom>
          <a:avLst/>
          <a:gdLst/>
          <a:ahLst/>
          <a:cxnLst/>
          <a:rect l="0" t="0" r="0" b="0"/>
          <a:pathLst>
            <a:path>
              <a:moveTo>
                <a:pt x="0" y="20346"/>
              </a:moveTo>
              <a:lnTo>
                <a:pt x="483505" y="20346"/>
              </a:lnTo>
            </a:path>
          </a:pathLst>
        </a:custGeom>
        <a:noFill/>
        <a:ln w="3175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>
            <a:solidFill>
              <a:srgbClr val="1A1A1A">
                <a:hueOff val="0"/>
                <a:satOff val="0"/>
                <a:lumOff val="0"/>
                <a:alphaOff val="0"/>
              </a:srgbClr>
            </a:solidFill>
            <a:latin typeface="ES Klarheit Grotesk"/>
            <a:ea typeface="+mn-ea"/>
            <a:cs typeface="+mn-cs"/>
          </a:endParaRPr>
        </a:p>
      </dsp:txBody>
      <dsp:txXfrm>
        <a:off x="2286839" y="2042294"/>
        <a:ext cx="0" cy="0"/>
      </dsp:txXfrm>
    </dsp:sp>
    <dsp:sp modelId="{77329409-96C7-9F45-922B-B25ACE52843B}">
      <dsp:nvSpPr>
        <dsp:cNvPr id="0" name=""/>
        <dsp:cNvSpPr/>
      </dsp:nvSpPr>
      <dsp:spPr>
        <a:xfrm>
          <a:off x="2181572" y="2074475"/>
          <a:ext cx="881075" cy="881075"/>
        </a:xfrm>
        <a:prstGeom prst="ellipse">
          <a:avLst/>
        </a:prstGeom>
        <a:solidFill>
          <a:srgbClr val="F8FFC8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>
              <a:solidFill>
                <a:srgbClr val="1A1A1A"/>
              </a:solidFill>
              <a:latin typeface="ES Klarheit Grotesk"/>
              <a:ea typeface="+mn-ea"/>
              <a:cs typeface="+mn-cs"/>
            </a:rPr>
            <a:t>Example text</a:t>
          </a:r>
        </a:p>
      </dsp:txBody>
      <dsp:txXfrm>
        <a:off x="2310602" y="2203505"/>
        <a:ext cx="623015" cy="623015"/>
      </dsp:txXfrm>
    </dsp:sp>
    <dsp:sp modelId="{AE7F3D57-2A9F-234F-B436-D437C73D2323}">
      <dsp:nvSpPr>
        <dsp:cNvPr id="0" name=""/>
        <dsp:cNvSpPr/>
      </dsp:nvSpPr>
      <dsp:spPr>
        <a:xfrm rot="7560000">
          <a:off x="1479559" y="2031191"/>
          <a:ext cx="264697" cy="40693"/>
        </a:xfrm>
        <a:custGeom>
          <a:avLst/>
          <a:gdLst/>
          <a:ahLst/>
          <a:cxnLst/>
          <a:rect l="0" t="0" r="0" b="0"/>
          <a:pathLst>
            <a:path>
              <a:moveTo>
                <a:pt x="0" y="20346"/>
              </a:moveTo>
              <a:lnTo>
                <a:pt x="483505" y="20346"/>
              </a:lnTo>
            </a:path>
          </a:pathLst>
        </a:custGeom>
        <a:noFill/>
        <a:ln w="3175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>
            <a:solidFill>
              <a:srgbClr val="1A1A1A">
                <a:hueOff val="0"/>
                <a:satOff val="0"/>
                <a:lumOff val="0"/>
                <a:alphaOff val="0"/>
              </a:srgbClr>
            </a:solidFill>
            <a:latin typeface="ES Klarheit Grotesk"/>
            <a:ea typeface="+mn-ea"/>
            <a:cs typeface="+mn-cs"/>
          </a:endParaRPr>
        </a:p>
      </dsp:txBody>
      <dsp:txXfrm rot="10800000">
        <a:off x="1621150" y="2050073"/>
        <a:ext cx="0" cy="0"/>
      </dsp:txXfrm>
    </dsp:sp>
    <dsp:sp modelId="{98323589-D8AA-0E44-85C8-A6BC6B68E2C1}">
      <dsp:nvSpPr>
        <dsp:cNvPr id="0" name=""/>
        <dsp:cNvSpPr/>
      </dsp:nvSpPr>
      <dsp:spPr>
        <a:xfrm>
          <a:off x="834635" y="2074475"/>
          <a:ext cx="881075" cy="881075"/>
        </a:xfrm>
        <a:prstGeom prst="ellipse">
          <a:avLst/>
        </a:prstGeom>
        <a:solidFill>
          <a:srgbClr val="34754D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>
              <a:solidFill>
                <a:srgbClr val="FFFFFF"/>
              </a:solidFill>
              <a:latin typeface="ES Klarheit Grotesk"/>
              <a:ea typeface="+mn-ea"/>
              <a:cs typeface="+mn-cs"/>
            </a:rPr>
            <a:t>Example text</a:t>
          </a:r>
        </a:p>
      </dsp:txBody>
      <dsp:txXfrm>
        <a:off x="963665" y="2203505"/>
        <a:ext cx="623015" cy="623015"/>
      </dsp:txXfrm>
    </dsp:sp>
    <dsp:sp modelId="{1693F3A1-4CCF-694B-856F-03E21F916537}">
      <dsp:nvSpPr>
        <dsp:cNvPr id="0" name=""/>
        <dsp:cNvSpPr/>
      </dsp:nvSpPr>
      <dsp:spPr>
        <a:xfrm rot="11880000">
          <a:off x="1271446" y="1390685"/>
          <a:ext cx="264697" cy="40693"/>
        </a:xfrm>
        <a:custGeom>
          <a:avLst/>
          <a:gdLst/>
          <a:ahLst/>
          <a:cxnLst/>
          <a:rect l="0" t="0" r="0" b="0"/>
          <a:pathLst>
            <a:path>
              <a:moveTo>
                <a:pt x="0" y="20346"/>
              </a:moveTo>
              <a:lnTo>
                <a:pt x="483505" y="20346"/>
              </a:lnTo>
            </a:path>
          </a:pathLst>
        </a:custGeom>
        <a:noFill/>
        <a:ln w="3175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>
            <a:solidFill>
              <a:srgbClr val="1A1A1A">
                <a:hueOff val="0"/>
                <a:satOff val="0"/>
                <a:lumOff val="0"/>
                <a:alphaOff val="0"/>
              </a:srgbClr>
            </a:solidFill>
            <a:latin typeface="ES Klarheit Grotesk"/>
            <a:ea typeface="+mn-ea"/>
            <a:cs typeface="+mn-cs"/>
          </a:endParaRPr>
        </a:p>
      </dsp:txBody>
      <dsp:txXfrm rot="10800000">
        <a:off x="1408042" y="1419369"/>
        <a:ext cx="0" cy="0"/>
      </dsp:txXfrm>
    </dsp:sp>
    <dsp:sp modelId="{B279ABE4-1DAA-534C-B0D4-7DE6796E2FCB}">
      <dsp:nvSpPr>
        <dsp:cNvPr id="0" name=""/>
        <dsp:cNvSpPr/>
      </dsp:nvSpPr>
      <dsp:spPr>
        <a:xfrm>
          <a:off x="418409" y="793462"/>
          <a:ext cx="881075" cy="881075"/>
        </a:xfrm>
        <a:prstGeom prst="ellipse">
          <a:avLst/>
        </a:prstGeom>
        <a:solidFill>
          <a:srgbClr val="C1C1C1">
            <a:hueOff val="0"/>
            <a:satOff val="0"/>
            <a:lumOff val="0"/>
            <a:alphaOff val="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>
              <a:solidFill>
                <a:srgbClr val="1A1A1A"/>
              </a:solidFill>
              <a:latin typeface="ES Klarheit Grotesk"/>
              <a:ea typeface="+mn-ea"/>
              <a:cs typeface="+mn-cs"/>
            </a:rPr>
            <a:t>Example text</a:t>
          </a:r>
        </a:p>
      </dsp:txBody>
      <dsp:txXfrm>
        <a:off x="547439" y="922492"/>
        <a:ext cx="623015" cy="6230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BCD85-85FE-416F-AF62-7F84886BE80B}">
      <dsp:nvSpPr>
        <dsp:cNvPr id="0" name=""/>
        <dsp:cNvSpPr/>
      </dsp:nvSpPr>
      <dsp:spPr>
        <a:xfrm>
          <a:off x="545" y="1976135"/>
          <a:ext cx="4748709" cy="904464"/>
        </a:xfrm>
        <a:prstGeom prst="roundRect">
          <a:avLst>
            <a:gd name="adj" fmla="val 10000"/>
          </a:avLst>
        </a:prstGeom>
        <a:solidFill>
          <a:srgbClr val="14344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>
            <a:latin typeface="ES Klarheit Grotesk" pitchFamily="2" charset="0"/>
            <a:ea typeface="ES Klarheit Grotesk" pitchFamily="2" charset="0"/>
          </a:endParaRPr>
        </a:p>
      </dsp:txBody>
      <dsp:txXfrm>
        <a:off x="27036" y="2002626"/>
        <a:ext cx="4695727" cy="851482"/>
      </dsp:txXfrm>
    </dsp:sp>
    <dsp:sp modelId="{1EDE9078-0AF1-4895-8B10-09389A87A6BF}">
      <dsp:nvSpPr>
        <dsp:cNvPr id="0" name=""/>
        <dsp:cNvSpPr/>
      </dsp:nvSpPr>
      <dsp:spPr>
        <a:xfrm>
          <a:off x="545" y="988159"/>
          <a:ext cx="3102004" cy="904464"/>
        </a:xfrm>
        <a:prstGeom prst="roundRect">
          <a:avLst>
            <a:gd name="adj" fmla="val 10000"/>
          </a:avLst>
        </a:prstGeom>
        <a:solidFill>
          <a:srgbClr val="37677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>
            <a:latin typeface="ES Klarheit Grotesk" pitchFamily="2" charset="0"/>
            <a:ea typeface="ES Klarheit Grotesk" pitchFamily="2" charset="0"/>
          </a:endParaRPr>
        </a:p>
      </dsp:txBody>
      <dsp:txXfrm>
        <a:off x="27036" y="1014650"/>
        <a:ext cx="3049022" cy="851482"/>
      </dsp:txXfrm>
    </dsp:sp>
    <dsp:sp modelId="{D0FC720E-1A33-4BD3-B00A-50B8F7F80798}">
      <dsp:nvSpPr>
        <dsp:cNvPr id="0" name=""/>
        <dsp:cNvSpPr/>
      </dsp:nvSpPr>
      <dsp:spPr>
        <a:xfrm>
          <a:off x="545" y="183"/>
          <a:ext cx="1519101" cy="904464"/>
        </a:xfrm>
        <a:prstGeom prst="roundRect">
          <a:avLst>
            <a:gd name="adj" fmla="val 10000"/>
          </a:avLst>
        </a:prstGeom>
        <a:solidFill>
          <a:srgbClr val="4E809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latin typeface="ES Klarheit Grotesk" pitchFamily="2" charset="0"/>
            <a:ea typeface="ES Klarheit Grotesk" pitchFamily="2" charset="0"/>
          </a:endParaRPr>
        </a:p>
      </dsp:txBody>
      <dsp:txXfrm>
        <a:off x="27036" y="26674"/>
        <a:ext cx="1466119" cy="851482"/>
      </dsp:txXfrm>
    </dsp:sp>
    <dsp:sp modelId="{C5EF3D33-2BEB-4906-9E61-95B0B95B2874}">
      <dsp:nvSpPr>
        <dsp:cNvPr id="0" name=""/>
        <dsp:cNvSpPr/>
      </dsp:nvSpPr>
      <dsp:spPr>
        <a:xfrm>
          <a:off x="1583448" y="183"/>
          <a:ext cx="1519101" cy="904464"/>
        </a:xfrm>
        <a:prstGeom prst="roundRect">
          <a:avLst>
            <a:gd name="adj" fmla="val 10000"/>
          </a:avLst>
        </a:prstGeom>
        <a:solidFill>
          <a:srgbClr val="4E809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latin typeface="ES Klarheit Grotesk" pitchFamily="2" charset="0"/>
            <a:ea typeface="ES Klarheit Grotesk" pitchFamily="2" charset="0"/>
          </a:endParaRPr>
        </a:p>
      </dsp:txBody>
      <dsp:txXfrm>
        <a:off x="1609939" y="26674"/>
        <a:ext cx="1466119" cy="851482"/>
      </dsp:txXfrm>
    </dsp:sp>
    <dsp:sp modelId="{0D26B45D-CC1D-44D0-AECB-5A027871C538}">
      <dsp:nvSpPr>
        <dsp:cNvPr id="0" name=""/>
        <dsp:cNvSpPr/>
      </dsp:nvSpPr>
      <dsp:spPr>
        <a:xfrm>
          <a:off x="3230153" y="988159"/>
          <a:ext cx="1519101" cy="904464"/>
        </a:xfrm>
        <a:prstGeom prst="roundRect">
          <a:avLst>
            <a:gd name="adj" fmla="val 10000"/>
          </a:avLst>
        </a:prstGeom>
        <a:solidFill>
          <a:srgbClr val="37677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latin typeface="ES Klarheit Grotesk" pitchFamily="2" charset="0"/>
            <a:ea typeface="ES Klarheit Grotesk" pitchFamily="2" charset="0"/>
          </a:endParaRPr>
        </a:p>
      </dsp:txBody>
      <dsp:txXfrm>
        <a:off x="3256644" y="1014650"/>
        <a:ext cx="1466119" cy="851482"/>
      </dsp:txXfrm>
    </dsp:sp>
    <dsp:sp modelId="{15BE08A9-4004-4E1F-BAFE-F8F9F6725DF6}">
      <dsp:nvSpPr>
        <dsp:cNvPr id="0" name=""/>
        <dsp:cNvSpPr/>
      </dsp:nvSpPr>
      <dsp:spPr>
        <a:xfrm>
          <a:off x="3230698" y="0"/>
          <a:ext cx="1519101" cy="904464"/>
        </a:xfrm>
        <a:prstGeom prst="roundRect">
          <a:avLst>
            <a:gd name="adj" fmla="val 10000"/>
          </a:avLst>
        </a:prstGeom>
        <a:solidFill>
          <a:srgbClr val="4E809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latin typeface="ES Klarheit Grotesk" pitchFamily="2" charset="0"/>
            <a:ea typeface="ES Klarheit Grotesk" pitchFamily="2" charset="0"/>
          </a:endParaRPr>
        </a:p>
      </dsp:txBody>
      <dsp:txXfrm>
        <a:off x="3257189" y="26491"/>
        <a:ext cx="1466119" cy="851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B791F5-BF87-4059-A20D-64A59D86DC74}">
      <dsp:nvSpPr>
        <dsp:cNvPr id="0" name=""/>
        <dsp:cNvSpPr/>
      </dsp:nvSpPr>
      <dsp:spPr>
        <a:xfrm>
          <a:off x="0" y="327632"/>
          <a:ext cx="4897788" cy="554400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3175" cap="flat" cmpd="sng" algn="ctr">
          <a:solidFill>
            <a:srgbClr val="D4524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E4AFDF-D704-4D39-9676-C79B0BD665B2}">
      <dsp:nvSpPr>
        <dsp:cNvPr id="0" name=""/>
        <dsp:cNvSpPr/>
      </dsp:nvSpPr>
      <dsp:spPr>
        <a:xfrm>
          <a:off x="244889" y="2912"/>
          <a:ext cx="3428451" cy="649440"/>
        </a:xfrm>
        <a:prstGeom prst="roundRect">
          <a:avLst/>
        </a:prstGeom>
        <a:solidFill>
          <a:srgbClr val="D4524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87" tIns="0" rIns="1295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latin typeface="ES Klarheit Grotesk" pitchFamily="2" charset="0"/>
            <a:ea typeface="ES Klarheit Grotesk" pitchFamily="2" charset="0"/>
          </a:endParaRPr>
        </a:p>
      </dsp:txBody>
      <dsp:txXfrm>
        <a:off x="276592" y="34615"/>
        <a:ext cx="3365045" cy="586034"/>
      </dsp:txXfrm>
    </dsp:sp>
    <dsp:sp modelId="{DDCA379B-D548-4FAF-A7C5-72FB524669B4}">
      <dsp:nvSpPr>
        <dsp:cNvPr id="0" name=""/>
        <dsp:cNvSpPr/>
      </dsp:nvSpPr>
      <dsp:spPr>
        <a:xfrm>
          <a:off x="0" y="1325552"/>
          <a:ext cx="4897788" cy="554400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3175" cap="flat" cmpd="sng" algn="ctr">
          <a:solidFill>
            <a:srgbClr val="D4524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BA55AB-E284-4A0C-A4C4-AA962F0E6D49}">
      <dsp:nvSpPr>
        <dsp:cNvPr id="0" name=""/>
        <dsp:cNvSpPr/>
      </dsp:nvSpPr>
      <dsp:spPr>
        <a:xfrm>
          <a:off x="244889" y="1000832"/>
          <a:ext cx="3428451" cy="649440"/>
        </a:xfrm>
        <a:prstGeom prst="roundRect">
          <a:avLst/>
        </a:prstGeom>
        <a:solidFill>
          <a:srgbClr val="D4524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87" tIns="0" rIns="1295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latin typeface="ES Klarheit Grotesk" pitchFamily="2" charset="0"/>
            <a:ea typeface="ES Klarheit Grotesk" pitchFamily="2" charset="0"/>
          </a:endParaRPr>
        </a:p>
      </dsp:txBody>
      <dsp:txXfrm>
        <a:off x="276592" y="1032535"/>
        <a:ext cx="3365045" cy="586034"/>
      </dsp:txXfrm>
    </dsp:sp>
    <dsp:sp modelId="{88624D8D-C93D-40D7-B7CE-533ADCA7491D}">
      <dsp:nvSpPr>
        <dsp:cNvPr id="0" name=""/>
        <dsp:cNvSpPr/>
      </dsp:nvSpPr>
      <dsp:spPr>
        <a:xfrm>
          <a:off x="0" y="2326385"/>
          <a:ext cx="4897788" cy="554400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3175" cap="flat" cmpd="sng" algn="ctr">
          <a:solidFill>
            <a:srgbClr val="D4524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C191F-64C9-4E80-8D61-17512A090956}">
      <dsp:nvSpPr>
        <dsp:cNvPr id="0" name=""/>
        <dsp:cNvSpPr/>
      </dsp:nvSpPr>
      <dsp:spPr>
        <a:xfrm>
          <a:off x="244889" y="1998752"/>
          <a:ext cx="3428451" cy="649440"/>
        </a:xfrm>
        <a:prstGeom prst="roundRect">
          <a:avLst/>
        </a:prstGeom>
        <a:solidFill>
          <a:srgbClr val="D4524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87" tIns="0" rIns="1295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latin typeface="ES Klarheit Grotesk" pitchFamily="2" charset="0"/>
            <a:ea typeface="ES Klarheit Grotesk" pitchFamily="2" charset="0"/>
          </a:endParaRPr>
        </a:p>
      </dsp:txBody>
      <dsp:txXfrm>
        <a:off x="276592" y="2030455"/>
        <a:ext cx="3365045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AFBB1-1734-4033-9D2E-7DF8B512297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DE5BA-1200-42CF-A999-8F47DCB29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945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DE5BA-1200-42CF-A999-8F47DCB29C7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51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81B15C2-7736-4204-33A3-0B93315C694B}"/>
              </a:ext>
            </a:extLst>
          </p:cNvPr>
          <p:cNvGrpSpPr/>
          <p:nvPr userDrawn="1"/>
        </p:nvGrpSpPr>
        <p:grpSpPr>
          <a:xfrm>
            <a:off x="0" y="-391976"/>
            <a:ext cx="12192000" cy="7249976"/>
            <a:chOff x="5615" y="-391976"/>
            <a:chExt cx="12192000" cy="724997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2AF93A-881B-D037-E49A-D478767FD5DE}"/>
                </a:ext>
              </a:extLst>
            </p:cNvPr>
            <p:cNvSpPr/>
            <p:nvPr userDrawn="1"/>
          </p:nvSpPr>
          <p:spPr>
            <a:xfrm>
              <a:off x="5615" y="0"/>
              <a:ext cx="12192000" cy="6858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7B612D1-DA38-2E21-604F-200BEA9629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348" b="9348"/>
            <a:stretch>
              <a:fillRect/>
            </a:stretch>
          </p:blipFill>
          <p:spPr>
            <a:xfrm>
              <a:off x="5615" y="-391976"/>
              <a:ext cx="12165347" cy="6495281"/>
            </a:xfrm>
            <a:prstGeom prst="rect">
              <a:avLst/>
            </a:prstGeom>
          </p:spPr>
        </p:pic>
      </p:grp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F850D93-3533-8DCB-34B7-C6D207234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8943" y="2855665"/>
            <a:ext cx="6943333" cy="15093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Click to edit </a:t>
            </a:r>
          </a:p>
          <a:p>
            <a:pPr lvl="0"/>
            <a:r>
              <a:rPr lang="en-GB"/>
              <a:t>Master title style</a:t>
            </a:r>
          </a:p>
        </p:txBody>
      </p:sp>
      <p:pic>
        <p:nvPicPr>
          <p:cNvPr id="20" name="Picture 1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F969B27-41AB-B050-9314-48ADB430AD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0950" y="6193119"/>
            <a:ext cx="1409366" cy="267531"/>
          </a:xfrm>
          <a:prstGeom prst="rect">
            <a:avLst/>
          </a:prstGeom>
        </p:spPr>
      </p:pic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26DC01FE-93EE-1F2D-F21D-E864C69D7F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8943" y="4385476"/>
            <a:ext cx="6962275" cy="539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 dirty="0"/>
              <a:t>Click to edit Master subtitle style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82851D19-714D-3D51-E2C8-D83032A237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943" y="5461111"/>
            <a:ext cx="5127057" cy="388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February 12,  2026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AFFA982-A780-4DF4-FF92-A5513DC7AF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4665" y="602557"/>
            <a:ext cx="1456468" cy="38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0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2AF93A-881B-D037-E49A-D478767FD5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95E2A0-017E-6DC4-A3A7-D228D55A7E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3" r="9348" b="54543"/>
          <a:stretch>
            <a:fillRect/>
          </a:stretch>
        </p:blipFill>
        <p:spPr>
          <a:xfrm flipH="1">
            <a:off x="0" y="3321452"/>
            <a:ext cx="12192000" cy="3556972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F850D93-3533-8DCB-34B7-C6D207234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8943" y="1631116"/>
            <a:ext cx="6943333" cy="15093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Click to edit </a:t>
            </a:r>
          </a:p>
          <a:p>
            <a:pPr lvl="0"/>
            <a:r>
              <a:rPr lang="en-GB"/>
              <a:t>Master title style</a:t>
            </a:r>
          </a:p>
        </p:txBody>
      </p:sp>
      <p:pic>
        <p:nvPicPr>
          <p:cNvPr id="20" name="Picture 1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F969B27-41AB-B050-9314-48ADB430AD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0950" y="6193119"/>
            <a:ext cx="1409366" cy="267531"/>
          </a:xfrm>
          <a:prstGeom prst="rect">
            <a:avLst/>
          </a:prstGeom>
        </p:spPr>
      </p:pic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26DC01FE-93EE-1F2D-F21D-E864C69D7F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8943" y="3160927"/>
            <a:ext cx="6962275" cy="539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 dirty="0"/>
              <a:t>Click to edit Master subtitle style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82851D19-714D-3D51-E2C8-D83032A237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943" y="4236562"/>
            <a:ext cx="5127057" cy="388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February 12,  2026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C09733-72D6-FD7B-4EA2-162CEFADD8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4665" y="602557"/>
            <a:ext cx="1456468" cy="38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B444E7-D1FB-0BAF-3D47-7B500C3CF72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95E2A0-017E-6DC4-A3A7-D228D55A7E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3" r="9348" b="54543"/>
          <a:stretch>
            <a:fillRect/>
          </a:stretch>
        </p:blipFill>
        <p:spPr>
          <a:xfrm flipH="1">
            <a:off x="0" y="3321452"/>
            <a:ext cx="12192000" cy="3556972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F850D93-3533-8DCB-34B7-C6D207234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8943" y="1631116"/>
            <a:ext cx="6943333" cy="15093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rgbClr val="1A1A1A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Click to edit </a:t>
            </a:r>
          </a:p>
          <a:p>
            <a:pPr lvl="0"/>
            <a:r>
              <a:rPr lang="en-GB"/>
              <a:t>Master title style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26DC01FE-93EE-1F2D-F21D-E864C69D7F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8943" y="3160927"/>
            <a:ext cx="6962275" cy="539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 dirty="0"/>
              <a:t>Click to edit Master subtitle style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82851D19-714D-3D51-E2C8-D83032A237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943" y="4236562"/>
            <a:ext cx="5127057" cy="388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1A1A1A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February 12,  2026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87AF071-CE72-98EC-8250-CFA588A38D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9856" y="6196013"/>
            <a:ext cx="1415224" cy="26834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75FA71A-9BCA-5B6A-9D4E-38DC1CCAE3E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94665" y="602557"/>
            <a:ext cx="1456468" cy="38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5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05AA53-E8FF-D693-2CD3-AE39C4E777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077" r="28429"/>
          <a:stretch>
            <a:fillRect/>
          </a:stretch>
        </p:blipFill>
        <p:spPr>
          <a:xfrm flipH="1">
            <a:off x="6277543" y="0"/>
            <a:ext cx="5914457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2E8051-546D-DD69-F524-E52985F24C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3" r="9348" b="54543"/>
          <a:stretch>
            <a:fillRect/>
          </a:stretch>
        </p:blipFill>
        <p:spPr>
          <a:xfrm flipH="1">
            <a:off x="0" y="3321452"/>
            <a:ext cx="12192000" cy="3556972"/>
          </a:xfrm>
          <a:prstGeom prst="rect">
            <a:avLst/>
          </a:prstGeom>
        </p:spPr>
      </p:pic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AC9D72B3-82D2-5A1B-53E1-A72684E0A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343" y="2211713"/>
            <a:ext cx="4796857" cy="15093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rgbClr val="1A1A1A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Click to edit </a:t>
            </a:r>
          </a:p>
          <a:p>
            <a:pPr lvl="0"/>
            <a:r>
              <a:rPr lang="en-GB"/>
              <a:t>Master title style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9E4B808-688F-DF21-D230-DDED7D5979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0343" y="3741524"/>
            <a:ext cx="4796857" cy="539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 dirty="0"/>
              <a:t>Click to edit Master subtitle style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2F4A3332-3567-071C-830F-DE0CB0DD72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0343" y="4817159"/>
            <a:ext cx="5127057" cy="388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1A1A1A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February 12,  2026</a:t>
            </a:r>
          </a:p>
        </p:txBody>
      </p:sp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159DD94-A36D-20D6-B3FE-D6B92EAD485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0950" y="6193119"/>
            <a:ext cx="1409366" cy="26753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2023C96-5BF0-A3CE-2F78-449A35E47F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795" y="1331553"/>
            <a:ext cx="1456468" cy="38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1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97F862-E47A-2F74-0605-3C2418B21FC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BB0BF2-368D-44BB-4F0E-C10EF9D4A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77543" y="0"/>
            <a:ext cx="6029206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2E8051-546D-DD69-F524-E52985F24C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5" t="-9745" r="36592" b="64288"/>
          <a:stretch>
            <a:fillRect/>
          </a:stretch>
        </p:blipFill>
        <p:spPr>
          <a:xfrm>
            <a:off x="0" y="3321452"/>
            <a:ext cx="6277543" cy="3556972"/>
          </a:xfrm>
          <a:prstGeom prst="rect">
            <a:avLst/>
          </a:prstGeom>
        </p:spPr>
      </p:pic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AC9D72B3-82D2-5A1B-53E1-A72684E0A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343" y="2211713"/>
            <a:ext cx="4796857" cy="15093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rgbClr val="1A1A1A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Click to edit </a:t>
            </a:r>
          </a:p>
          <a:p>
            <a:pPr lvl="0"/>
            <a:r>
              <a:rPr lang="en-GB"/>
              <a:t>Master title style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9E4B808-688F-DF21-D230-DDED7D5979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0343" y="3741524"/>
            <a:ext cx="4796857" cy="539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 dirty="0"/>
              <a:t>Click to edit Master subtitle style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2F4A3332-3567-071C-830F-DE0CB0DD72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0343" y="4817159"/>
            <a:ext cx="5127057" cy="388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1A1A1A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February 12,  2026</a:t>
            </a:r>
          </a:p>
        </p:txBody>
      </p:sp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159DD94-A36D-20D6-B3FE-D6B92EAD485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0950" y="6193119"/>
            <a:ext cx="1409366" cy="26753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3AA1BBA-8654-FFB0-5AB0-7C28F11A95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95" y="1331553"/>
            <a:ext cx="1456468" cy="38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2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39CD4A3-6E7C-F10F-C221-4447D9CE52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8D7EB7F-8E52-740C-332C-D93AE25DEE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0950" y="6193119"/>
            <a:ext cx="1409366" cy="267531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D52AFB0A-16FF-5B74-E535-F1BBB440A3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343" y="2211713"/>
            <a:ext cx="4796857" cy="15093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bg1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Click to edit </a:t>
            </a:r>
          </a:p>
          <a:p>
            <a:pPr lvl="0"/>
            <a:r>
              <a:rPr lang="en-GB"/>
              <a:t>Master title style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457C68B9-980E-56ED-8F9A-4F47E539CA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0343" y="3741524"/>
            <a:ext cx="4796857" cy="539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Click to edit Master subtitle style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9B85679B-FD12-01E8-3B37-1B2DB09DD6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0343" y="4817159"/>
            <a:ext cx="5127057" cy="388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February 12,  2026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EB228B-15FF-99ED-B3E2-D3CBD6B5647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95" y="1331554"/>
            <a:ext cx="1455651" cy="38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1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2AF93A-881B-D037-E49A-D478767FD5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B5E02-032E-97BA-E7C0-102A9ACD8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03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2AF93A-881B-D037-E49A-D478767FD5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A05FE7-86CE-1553-B2A7-3B2BB4F29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92" b="9348"/>
          <a:stretch>
            <a:fillRect/>
          </a:stretch>
        </p:blipFill>
        <p:spPr>
          <a:xfrm flipH="1" flipV="1">
            <a:off x="0" y="203198"/>
            <a:ext cx="12192000" cy="728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87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2AF93A-881B-D037-E49A-D478767FD5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FB5E02-032E-97BA-E7C0-102A9ACD8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2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2AF93A-881B-D037-E49A-D478767FD5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A05FE7-86CE-1553-B2A7-3B2BB4F29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92" b="9348"/>
          <a:stretch>
            <a:fillRect/>
          </a:stretch>
        </p:blipFill>
        <p:spPr>
          <a:xfrm flipH="1" flipV="1">
            <a:off x="0" y="203198"/>
            <a:ext cx="12192000" cy="728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03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2AF93A-881B-D037-E49A-D478767FD5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A05FE7-86CE-1553-B2A7-3B2BB4F29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7" t="17118" r="24596" b="9348"/>
          <a:stretch>
            <a:fillRect/>
          </a:stretch>
        </p:blipFill>
        <p:spPr>
          <a:xfrm flipV="1">
            <a:off x="-1" y="-2"/>
            <a:ext cx="12192001" cy="6857999"/>
          </a:xfrm>
          <a:prstGeom prst="rect">
            <a:avLst/>
          </a:prstGeom>
        </p:spPr>
      </p:pic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37719C74-097B-BA8E-78B8-B37DE0BC4E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8368" y="2370420"/>
            <a:ext cx="6943333" cy="8202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Separator Slide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7303A96-D264-8814-EC03-4AEC499B9F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8368" y="3217824"/>
            <a:ext cx="6962275" cy="424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11305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2AF93A-881B-D037-E49A-D478767FD5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A05FE7-86CE-1553-B2A7-3B2BB4F29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7" t="17118" r="24596" b="9348"/>
          <a:stretch>
            <a:fillRect/>
          </a:stretch>
        </p:blipFill>
        <p:spPr>
          <a:xfrm flipH="1">
            <a:off x="-1" y="-685"/>
            <a:ext cx="10833099" cy="6093617"/>
          </a:xfrm>
          <a:prstGeom prst="rect">
            <a:avLst/>
          </a:prstGeom>
        </p:spPr>
      </p:pic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EB432F8-F616-3365-CB6B-2AF7F56F2E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6969" y="3429000"/>
            <a:ext cx="6287890" cy="8202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Separator Slide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23C07B53-4A69-B366-FE24-8070B5725F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6969" y="4276404"/>
            <a:ext cx="6305044" cy="424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88872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2AF93A-881B-D037-E49A-D478767FD5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A05FE7-86CE-1553-B2A7-3B2BB4F29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7" t="17118" r="24596" b="9348"/>
          <a:stretch>
            <a:fillRect/>
          </a:stretch>
        </p:blipFill>
        <p:spPr>
          <a:xfrm flipH="1">
            <a:off x="-1" y="-685"/>
            <a:ext cx="10833099" cy="6093617"/>
          </a:xfrm>
          <a:prstGeom prst="rect">
            <a:avLst/>
          </a:prstGeom>
        </p:spPr>
      </p:pic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EB432F8-F616-3365-CB6B-2AF7F56F2E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6969" y="3429000"/>
            <a:ext cx="6287890" cy="8202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Separator Slide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23C07B53-4A69-B366-FE24-8070B5725F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6969" y="4276404"/>
            <a:ext cx="6305044" cy="424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99387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2AF93A-881B-D037-E49A-D478767FD5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EB432F8-F616-3365-CB6B-2AF7F56F2E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858" y="1917833"/>
            <a:ext cx="6287890" cy="8202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Separator Slide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23C07B53-4A69-B366-FE24-8070B5725F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5858" y="2765237"/>
            <a:ext cx="6305044" cy="424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65655F-F6FC-B22C-9750-2AA349682F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7" t="17118" r="24596" b="9348"/>
          <a:stretch>
            <a:fillRect/>
          </a:stretch>
        </p:blipFill>
        <p:spPr>
          <a:xfrm flipV="1">
            <a:off x="-1" y="-2"/>
            <a:ext cx="1219200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12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C58EC1-EECC-CFCF-43EE-F5FDBA1A1D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7" t="17118" r="24596" b="9348"/>
          <a:stretch>
            <a:fillRect/>
          </a:stretch>
        </p:blipFill>
        <p:spPr>
          <a:xfrm flipV="1">
            <a:off x="2459591" y="1383521"/>
            <a:ext cx="9732409" cy="547447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9F260D2-334C-2F4D-2726-CD4571B127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540366"/>
            <a:ext cx="5877025" cy="52451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lang="en-US" sz="3600" b="0" kern="1200" dirty="0">
                <a:solidFill>
                  <a:srgbClr val="F15F53"/>
                </a:solidFill>
                <a:latin typeface="ES Klarheit Grotesk Smbd" pitchFamily="2" charset="0"/>
                <a:ea typeface="ES Klarheit Grotesk Smbd" pitchFamily="2" charset="0"/>
                <a:cs typeface="+mj-cs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289775-276E-A014-BE0D-8F80B0298A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2393365"/>
            <a:ext cx="5877025" cy="2712035"/>
          </a:xfrm>
        </p:spPr>
        <p:txBody>
          <a:bodyPr>
            <a:noAutofit/>
          </a:bodyPr>
          <a:lstStyle>
            <a:lvl1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latin typeface="ES Klarheit Grotesk" pitchFamily="2" charset="0"/>
                <a:ea typeface="ES Klarheit Grotesk" pitchFamily="2" charset="0"/>
              </a:defRPr>
            </a:lvl1pPr>
          </a:lstStyle>
          <a:p>
            <a:r>
              <a:rPr lang="en-GB"/>
              <a:t>Agenda text goes here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Agenda text goes here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Agenda text goes here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Agenda text goes here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Agenda text goes here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Agenda text goes here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316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6F0F74-D770-01F6-3768-B15D5D0F6B1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C58EC1-EECC-CFCF-43EE-F5FDBA1A1D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7" t="17118" r="24596" b="9348"/>
          <a:stretch>
            <a:fillRect/>
          </a:stretch>
        </p:blipFill>
        <p:spPr>
          <a:xfrm flipV="1">
            <a:off x="2459591" y="1383521"/>
            <a:ext cx="9732409" cy="547447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9F260D2-334C-2F4D-2726-CD4571B127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540366"/>
            <a:ext cx="5877025" cy="52451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 b="0">
                <a:solidFill>
                  <a:srgbClr val="FF5E4F"/>
                </a:solidFill>
                <a:latin typeface="ES Klarheit Grotesk Smbd" pitchFamily="2" charset="0"/>
                <a:ea typeface="ES Klarheit Grotesk Smb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289775-276E-A014-BE0D-8F80B0298A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2393365"/>
            <a:ext cx="5877025" cy="2712035"/>
          </a:xfrm>
        </p:spPr>
        <p:txBody>
          <a:bodyPr>
            <a:noAutofit/>
          </a:bodyPr>
          <a:lstStyle>
            <a:lvl1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r>
              <a:rPr lang="en-GB"/>
              <a:t>Agenda text goes here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Agenda text goes here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Agenda text goes here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Agenda text goes here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Agenda text goes here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Agenda text goes here</a:t>
            </a:r>
          </a:p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40A26-0B7C-4850-D354-74DF9E8E5DD7}"/>
              </a:ext>
            </a:extLst>
          </p:cNvPr>
          <p:cNvSpPr txBox="1"/>
          <p:nvPr userDrawn="1"/>
        </p:nvSpPr>
        <p:spPr>
          <a:xfrm>
            <a:off x="8501440" y="6450756"/>
            <a:ext cx="276225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©LTM  |  Privileged and Confidential</a:t>
            </a:r>
            <a:endParaRPr lang="en-IN" sz="800">
              <a:solidFill>
                <a:schemeClr val="bg1">
                  <a:lumMod val="65000"/>
                </a:schemeClr>
              </a:solidFill>
              <a:effectLst/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61B0E7C7-DBE5-FB85-037D-6C09671CDA81}"/>
              </a:ext>
            </a:extLst>
          </p:cNvPr>
          <p:cNvSpPr txBox="1">
            <a:spLocks/>
          </p:cNvSpPr>
          <p:nvPr userDrawn="1"/>
        </p:nvSpPr>
        <p:spPr>
          <a:xfrm>
            <a:off x="11116286" y="6434967"/>
            <a:ext cx="513190" cy="229550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65000"/>
                  </a:schemeClr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65000"/>
                </a:schemeClr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F30572-FD27-D44C-4B34-960925D928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386" y="6439554"/>
            <a:ext cx="513480" cy="1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88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C871-1B4B-0136-F91D-104B6A5A84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8" y="364499"/>
            <a:ext cx="11125200" cy="3257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200" b="1">
                <a:solidFill>
                  <a:srgbClr val="1A1A1A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162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0654A5E-FACB-D79E-6CBB-15582D3106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398" y="1253331"/>
            <a:ext cx="111252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lang="en-US" sz="2000" b="1" kern="1200" dirty="0" smtClean="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8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2pPr>
            <a:lvl3pPr>
              <a:lnSpc>
                <a:spcPct val="100000"/>
              </a:lnSpc>
              <a:defRPr sz="16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3pPr>
            <a:lvl4pPr>
              <a:lnSpc>
                <a:spcPct val="100000"/>
              </a:lnSpc>
              <a:defRPr sz="14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4pPr>
            <a:lvl5pPr>
              <a:lnSpc>
                <a:spcPct val="100000"/>
              </a:lnSpc>
              <a:defRPr sz="14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40643D-EC80-3DC1-0D43-05AE9EF38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8" y="364499"/>
            <a:ext cx="11125200" cy="3257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200" b="1">
                <a:solidFill>
                  <a:srgbClr val="1A1A1A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954340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40643D-EC80-3DC1-0D43-05AE9EF38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8" y="364499"/>
            <a:ext cx="11125200" cy="3257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200" b="1">
                <a:solidFill>
                  <a:srgbClr val="1A1A1A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r>
              <a:rPr lang="en-US"/>
              <a:t>Title Here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676D095-4EC0-41B4-A451-478D10A1BBC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3402" y="1583585"/>
            <a:ext cx="5410198" cy="4351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1pPr>
            <a:lvl2pPr>
              <a:lnSpc>
                <a:spcPct val="100000"/>
              </a:lnSpc>
              <a:defRPr sz="16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2pPr>
            <a:lvl3pPr>
              <a:lnSpc>
                <a:spcPct val="100000"/>
              </a:lnSpc>
              <a:defRPr sz="14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3pPr>
            <a:lvl4pPr>
              <a:lnSpc>
                <a:spcPct val="100000"/>
              </a:lnSpc>
              <a:defRPr sz="12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4pPr>
            <a:lvl5pPr>
              <a:lnSpc>
                <a:spcPct val="100000"/>
              </a:lnSpc>
              <a:defRPr sz="12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799F0-63F8-A667-1AC8-A10A71379B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48400" y="1583585"/>
            <a:ext cx="5410198" cy="4351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b="1" kern="1200" dirty="0" smtClean="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2pPr>
            <a:lvl3pPr>
              <a:lnSpc>
                <a:spcPct val="100000"/>
              </a:lnSpc>
              <a:defRPr sz="14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3pPr>
            <a:lvl4pPr>
              <a:lnSpc>
                <a:spcPct val="100000"/>
              </a:lnSpc>
              <a:defRPr sz="12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4pPr>
            <a:lvl5pPr>
              <a:lnSpc>
                <a:spcPct val="100000"/>
              </a:lnSpc>
              <a:defRPr sz="12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CA36E2C-E384-261B-81F5-6CEC5455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202140"/>
            <a:ext cx="5410199" cy="3257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rgbClr val="F15F53"/>
                </a:solidFill>
                <a:latin typeface="ES Klarheit Grotesk Md" pitchFamily="2" charset="0"/>
                <a:ea typeface="ES Klarheit Grotesk M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AD265FE-1D30-845B-E5F7-771D36CC7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6807" y="1202140"/>
            <a:ext cx="5297108" cy="3257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rgbClr val="F15F53"/>
                </a:solidFill>
                <a:latin typeface="ES Klarheit Grotesk Md" pitchFamily="2" charset="0"/>
                <a:ea typeface="ES Klarheit Grotesk M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3147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4CE360-B046-51D3-8DC9-95F1031A8E54}"/>
              </a:ext>
            </a:extLst>
          </p:cNvPr>
          <p:cNvSpPr/>
          <p:nvPr userDrawn="1"/>
        </p:nvSpPr>
        <p:spPr>
          <a:xfrm>
            <a:off x="6400800" y="0"/>
            <a:ext cx="5791200" cy="6858000"/>
          </a:xfrm>
          <a:prstGeom prst="rect">
            <a:avLst/>
          </a:prstGeom>
          <a:solidFill>
            <a:srgbClr val="F15F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40643D-EC80-3DC1-0D43-05AE9EF38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4411" y="1709205"/>
            <a:ext cx="4953001" cy="33474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rgbClr val="F15F53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r>
              <a:rPr lang="en-US"/>
              <a:t>Title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922BF0B-5F43-2D0B-15CF-E022CF4D46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411" y="2302202"/>
            <a:ext cx="4953001" cy="315139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lang="en-US" sz="1800" b="1" kern="1200" dirty="0" smtClean="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2pPr>
            <a:lvl3pPr>
              <a:lnSpc>
                <a:spcPct val="100000"/>
              </a:lnSpc>
              <a:defRPr sz="14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3pPr>
            <a:lvl4pPr>
              <a:lnSpc>
                <a:spcPct val="100000"/>
              </a:lnSpc>
              <a:defRPr sz="12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4pPr>
            <a:lvl5pPr>
              <a:lnSpc>
                <a:spcPct val="100000"/>
              </a:lnSpc>
              <a:defRPr sz="1200">
                <a:solidFill>
                  <a:srgbClr val="282828"/>
                </a:solidFill>
                <a:latin typeface="ES Klarheit Grotesk" pitchFamily="2" charset="0"/>
                <a:ea typeface="ES Klarheit Grotesk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E6204-518A-644E-37A2-8CE40782A09B}"/>
              </a:ext>
            </a:extLst>
          </p:cNvPr>
          <p:cNvSpPr txBox="1"/>
          <p:nvPr userDrawn="1"/>
        </p:nvSpPr>
        <p:spPr>
          <a:xfrm>
            <a:off x="8501440" y="6450756"/>
            <a:ext cx="276225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chemeClr val="bg1"/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©LTM  |  Privileged and Confidential</a:t>
            </a:r>
            <a:endParaRPr lang="en-IN" sz="800">
              <a:solidFill>
                <a:schemeClr val="bg1"/>
              </a:solidFill>
              <a:effectLst/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F076F5C8-A92E-1C7A-A9D1-A6EF6CE3090A}"/>
              </a:ext>
            </a:extLst>
          </p:cNvPr>
          <p:cNvSpPr txBox="1">
            <a:spLocks/>
          </p:cNvSpPr>
          <p:nvPr userDrawn="1"/>
        </p:nvSpPr>
        <p:spPr>
          <a:xfrm>
            <a:off x="11116286" y="6434967"/>
            <a:ext cx="513190" cy="229550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/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427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01BE54-23DB-1676-71AF-9C5333AA7C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5F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40643D-EC80-3DC1-0D43-05AE9EF38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8" y="364499"/>
            <a:ext cx="11125200" cy="3257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200" b="1">
                <a:solidFill>
                  <a:schemeClr val="tx1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r>
              <a:rPr lang="en-US"/>
              <a:t>Title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C1CCC-3CB6-FD1F-B5F8-024724CBB70B}"/>
              </a:ext>
            </a:extLst>
          </p:cNvPr>
          <p:cNvSpPr txBox="1"/>
          <p:nvPr userDrawn="1"/>
        </p:nvSpPr>
        <p:spPr>
          <a:xfrm>
            <a:off x="8501440" y="6450756"/>
            <a:ext cx="276225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chemeClr val="tx1"/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©LTM  |  Privileged and Confidential</a:t>
            </a:r>
            <a:endParaRPr lang="en-IN" sz="800">
              <a:solidFill>
                <a:schemeClr val="tx1"/>
              </a:solidFill>
              <a:effectLst/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6741B55-C97E-144B-9233-9B17A5294880}"/>
              </a:ext>
            </a:extLst>
          </p:cNvPr>
          <p:cNvSpPr txBox="1">
            <a:spLocks/>
          </p:cNvSpPr>
          <p:nvPr userDrawn="1"/>
        </p:nvSpPr>
        <p:spPr>
          <a:xfrm>
            <a:off x="11116286" y="6434967"/>
            <a:ext cx="513190" cy="229550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tx1"/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tx1"/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E59835-17DE-B278-A481-C4747F889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50" y="6443389"/>
            <a:ext cx="513190" cy="135125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92F2C41-9422-5D77-4E8A-453010B0D1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398" y="1337002"/>
            <a:ext cx="11125200" cy="315139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lang="en-US" sz="1800" b="1" kern="1200" dirty="0" smtClean="0">
                <a:solidFill>
                  <a:schemeClr val="tx1"/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1"/>
                </a:solidFill>
                <a:latin typeface="ES Klarheit Grotesk" pitchFamily="2" charset="0"/>
                <a:ea typeface="ES Klarheit Grotesk" pitchFamily="2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ES Klarheit Grotesk" pitchFamily="2" charset="0"/>
                <a:ea typeface="ES Klarheit Grotesk" pitchFamily="2" charset="0"/>
              </a:defRPr>
            </a:lvl3pPr>
            <a:lvl4pPr>
              <a:lnSpc>
                <a:spcPct val="100000"/>
              </a:lnSpc>
              <a:defRPr sz="1200">
                <a:solidFill>
                  <a:schemeClr val="tx1"/>
                </a:solidFill>
                <a:latin typeface="ES Klarheit Grotesk" pitchFamily="2" charset="0"/>
                <a:ea typeface="ES Klarheit Grotesk" pitchFamily="2" charset="0"/>
              </a:defRPr>
            </a:lvl4pPr>
            <a:lvl5pPr>
              <a:lnSpc>
                <a:spcPct val="100000"/>
              </a:lnSpc>
              <a:defRPr sz="1200">
                <a:solidFill>
                  <a:schemeClr val="tx1"/>
                </a:solidFill>
                <a:latin typeface="ES Klarheit Grotesk" pitchFamily="2" charset="0"/>
                <a:ea typeface="ES Klarheit Grotesk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4425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01BE54-23DB-1676-71AF-9C5333AA7C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5F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40643D-EC80-3DC1-0D43-05AE9EF38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8" y="364499"/>
            <a:ext cx="11125200" cy="3257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200" b="1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r>
              <a:rPr lang="en-US"/>
              <a:t>Title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C1CCC-3CB6-FD1F-B5F8-024724CBB70B}"/>
              </a:ext>
            </a:extLst>
          </p:cNvPr>
          <p:cNvSpPr txBox="1"/>
          <p:nvPr userDrawn="1"/>
        </p:nvSpPr>
        <p:spPr>
          <a:xfrm>
            <a:off x="8501440" y="6450756"/>
            <a:ext cx="276225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chemeClr val="bg1"/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©LTM  |  Privileged and Confidential</a:t>
            </a:r>
            <a:endParaRPr lang="en-IN" sz="800">
              <a:solidFill>
                <a:schemeClr val="bg1"/>
              </a:solidFill>
              <a:effectLst/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6741B55-C97E-144B-9233-9B17A5294880}"/>
              </a:ext>
            </a:extLst>
          </p:cNvPr>
          <p:cNvSpPr txBox="1">
            <a:spLocks/>
          </p:cNvSpPr>
          <p:nvPr userDrawn="1"/>
        </p:nvSpPr>
        <p:spPr>
          <a:xfrm>
            <a:off x="11116286" y="6434967"/>
            <a:ext cx="513190" cy="229550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/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92F2C41-9422-5D77-4E8A-453010B0D1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398" y="1337002"/>
            <a:ext cx="11125200" cy="315139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lang="en-US" sz="1800" b="1" kern="1200" dirty="0" smtClean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3pPr>
            <a:lvl4pPr>
              <a:lnSpc>
                <a:spcPct val="100000"/>
              </a:lnSpc>
              <a:defRPr sz="12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4pPr>
            <a:lvl5pPr>
              <a:lnSpc>
                <a:spcPct val="100000"/>
              </a:lnSpc>
              <a:defRPr sz="12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0FC156C-2B52-83A4-36D8-3887BB915F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386" y="6439554"/>
            <a:ext cx="513480" cy="1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67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01BE54-23DB-1676-71AF-9C5333AA7C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40643D-EC80-3DC1-0D43-05AE9EF38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8" y="364499"/>
            <a:ext cx="11125200" cy="3257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200" b="1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r>
              <a:rPr lang="en-US"/>
              <a:t>Title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C1CCC-3CB6-FD1F-B5F8-024724CBB70B}"/>
              </a:ext>
            </a:extLst>
          </p:cNvPr>
          <p:cNvSpPr txBox="1"/>
          <p:nvPr userDrawn="1"/>
        </p:nvSpPr>
        <p:spPr>
          <a:xfrm>
            <a:off x="8501440" y="6450756"/>
            <a:ext cx="276225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chemeClr val="bg1"/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©LTM  |  Privileged and Confidential</a:t>
            </a:r>
            <a:endParaRPr lang="en-IN" sz="800">
              <a:solidFill>
                <a:schemeClr val="bg1"/>
              </a:solidFill>
              <a:effectLst/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6741B55-C97E-144B-9233-9B17A5294880}"/>
              </a:ext>
            </a:extLst>
          </p:cNvPr>
          <p:cNvSpPr txBox="1">
            <a:spLocks/>
          </p:cNvSpPr>
          <p:nvPr userDrawn="1"/>
        </p:nvSpPr>
        <p:spPr>
          <a:xfrm>
            <a:off x="11116286" y="6434967"/>
            <a:ext cx="513190" cy="229550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/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92F2C41-9422-5D77-4E8A-453010B0D1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398" y="1337002"/>
            <a:ext cx="11125200" cy="315139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lang="en-US" sz="1800" b="1" kern="1200" dirty="0" smtClean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3pPr>
            <a:lvl4pPr>
              <a:lnSpc>
                <a:spcPct val="100000"/>
              </a:lnSpc>
              <a:defRPr sz="12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4pPr>
            <a:lvl5pPr>
              <a:lnSpc>
                <a:spcPct val="100000"/>
              </a:lnSpc>
              <a:defRPr sz="12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0FC156C-2B52-83A4-36D8-3887BB915F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386" y="6439554"/>
            <a:ext cx="513480" cy="1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36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40643D-EC80-3DC1-0D43-05AE9EF38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8" y="364499"/>
            <a:ext cx="11125200" cy="3257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200" b="1">
                <a:solidFill>
                  <a:srgbClr val="1A1A1A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r>
              <a:rPr lang="en-US"/>
              <a:t>Title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90D61-D19A-D04B-31AC-08D0FC4F02E7}"/>
              </a:ext>
            </a:extLst>
          </p:cNvPr>
          <p:cNvSpPr/>
          <p:nvPr userDrawn="1"/>
        </p:nvSpPr>
        <p:spPr>
          <a:xfrm flipV="1">
            <a:off x="3333956" y="1609692"/>
            <a:ext cx="2673144" cy="3975594"/>
          </a:xfrm>
          <a:prstGeom prst="rect">
            <a:avLst/>
          </a:prstGeom>
          <a:solidFill>
            <a:srgbClr val="FBE7E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Source Sans Pro" panose="020B0503030403020204" pitchFamily="34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6DC05E-9EFB-632B-16DF-F27BCF1BE236}"/>
              </a:ext>
            </a:extLst>
          </p:cNvPr>
          <p:cNvSpPr/>
          <p:nvPr userDrawn="1"/>
        </p:nvSpPr>
        <p:spPr>
          <a:xfrm flipV="1">
            <a:off x="515546" y="1609692"/>
            <a:ext cx="2673144" cy="3975594"/>
          </a:xfrm>
          <a:prstGeom prst="rect">
            <a:avLst/>
          </a:prstGeom>
          <a:solidFill>
            <a:srgbClr val="FDF2F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Source Sans Pro" panose="020B0503030403020204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EFB79C-41AA-B5E8-F2A4-FC0A98F4E243}"/>
              </a:ext>
            </a:extLst>
          </p:cNvPr>
          <p:cNvSpPr/>
          <p:nvPr userDrawn="1"/>
        </p:nvSpPr>
        <p:spPr>
          <a:xfrm flipV="1">
            <a:off x="6152366" y="1609692"/>
            <a:ext cx="2673144" cy="3975594"/>
          </a:xfrm>
          <a:prstGeom prst="rect">
            <a:avLst/>
          </a:prstGeom>
          <a:solidFill>
            <a:srgbClr val="FDF2F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Source Sans Pro" panose="020B0503030403020204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1B646-1CF1-BF6F-92D1-96CA91759406}"/>
              </a:ext>
            </a:extLst>
          </p:cNvPr>
          <p:cNvSpPr/>
          <p:nvPr userDrawn="1"/>
        </p:nvSpPr>
        <p:spPr>
          <a:xfrm flipV="1">
            <a:off x="8970777" y="1609692"/>
            <a:ext cx="2673144" cy="3975594"/>
          </a:xfrm>
          <a:prstGeom prst="rect">
            <a:avLst/>
          </a:prstGeom>
          <a:solidFill>
            <a:srgbClr val="FBE7E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Source Sans Pro" panose="020B0503030403020204" pitchFamily="34" charset="77"/>
            </a:endParaRPr>
          </a:p>
        </p:txBody>
      </p:sp>
      <p:sp>
        <p:nvSpPr>
          <p:cNvPr id="9" name="Picture Placeholder 25">
            <a:extLst>
              <a:ext uri="{FF2B5EF4-FFF2-40B4-BE49-F238E27FC236}">
                <a16:creationId xmlns:a16="http://schemas.microsoft.com/office/drawing/2014/main" id="{2FE6C53B-AA2A-92BB-2DCB-C2BBE59F140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82849" y="2080226"/>
            <a:ext cx="938537" cy="938538"/>
          </a:xfrm>
          <a:prstGeom prst="ellipse">
            <a:avLst/>
          </a:prstGeom>
          <a:ln>
            <a:solidFill>
              <a:srgbClr val="EC6957"/>
            </a:solidFill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Source Sans Pro" panose="020B0503030403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Picture Placeholder 25">
            <a:extLst>
              <a:ext uri="{FF2B5EF4-FFF2-40B4-BE49-F238E27FC236}">
                <a16:creationId xmlns:a16="http://schemas.microsoft.com/office/drawing/2014/main" id="{18519FE0-C82B-85E6-CE84-A471560CAE1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01259" y="2080226"/>
            <a:ext cx="938537" cy="938538"/>
          </a:xfrm>
          <a:prstGeom prst="ellipse">
            <a:avLst/>
          </a:prstGeom>
          <a:ln>
            <a:solidFill>
              <a:srgbClr val="EC6957"/>
            </a:solidFill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Source Sans Pro" panose="020B0503030403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1" name="Picture Placeholder 25">
            <a:extLst>
              <a:ext uri="{FF2B5EF4-FFF2-40B4-BE49-F238E27FC236}">
                <a16:creationId xmlns:a16="http://schemas.microsoft.com/office/drawing/2014/main" id="{331D5064-96AB-D8AA-2A99-DFD67A3AE04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019669" y="2080226"/>
            <a:ext cx="938537" cy="938538"/>
          </a:xfrm>
          <a:prstGeom prst="ellipse">
            <a:avLst/>
          </a:prstGeom>
          <a:ln>
            <a:solidFill>
              <a:srgbClr val="EC6957"/>
            </a:solidFill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Source Sans Pro" panose="020B0503030403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2" name="Picture Placeholder 25">
            <a:extLst>
              <a:ext uri="{FF2B5EF4-FFF2-40B4-BE49-F238E27FC236}">
                <a16:creationId xmlns:a16="http://schemas.microsoft.com/office/drawing/2014/main" id="{7F3DA4EE-FFF4-4EBB-9256-96ABEB68727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38080" y="2080226"/>
            <a:ext cx="938537" cy="938538"/>
          </a:xfrm>
          <a:prstGeom prst="ellipse">
            <a:avLst/>
          </a:prstGeom>
          <a:ln>
            <a:solidFill>
              <a:srgbClr val="EC6957"/>
            </a:solidFill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Source Sans Pro" panose="020B0503030403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554DB67-51A6-2AFA-CC7C-9164ED9329F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38186" y="4064000"/>
            <a:ext cx="2264685" cy="125521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ES Klarheit Grotesk Bk" pitchFamily="2" charset="0"/>
                <a:ea typeface="ES Klarheit Grotesk Bk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122424C-5665-5C42-B001-FF3A71DE7B9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56596" y="4064000"/>
            <a:ext cx="2264685" cy="125521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ES Klarheit Grotesk Bk" pitchFamily="2" charset="0"/>
                <a:ea typeface="ES Klarheit Grotesk Bk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8613A64-4A19-17A4-837E-9AC7004CB4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75007" y="4064000"/>
            <a:ext cx="2264685" cy="125521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ES Klarheit Grotesk Bk" pitchFamily="2" charset="0"/>
                <a:ea typeface="ES Klarheit Grotesk Bk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DE87A6-E5B3-A1F3-EE3A-2E8D506468E1}"/>
              </a:ext>
            </a:extLst>
          </p:cNvPr>
          <p:cNvSpPr/>
          <p:nvPr userDrawn="1"/>
        </p:nvSpPr>
        <p:spPr>
          <a:xfrm>
            <a:off x="1318328" y="3276486"/>
            <a:ext cx="1067580" cy="37784"/>
          </a:xfrm>
          <a:prstGeom prst="rect">
            <a:avLst/>
          </a:prstGeom>
          <a:solidFill>
            <a:srgbClr val="F15F5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77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E75145-BDA4-BAD0-7E47-60C7BFBBB79A}"/>
              </a:ext>
            </a:extLst>
          </p:cNvPr>
          <p:cNvSpPr/>
          <p:nvPr userDrawn="1"/>
        </p:nvSpPr>
        <p:spPr>
          <a:xfrm>
            <a:off x="4136738" y="3276486"/>
            <a:ext cx="1067580" cy="37784"/>
          </a:xfrm>
          <a:prstGeom prst="rect">
            <a:avLst/>
          </a:prstGeom>
          <a:solidFill>
            <a:srgbClr val="F15F5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77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0B7BFA-7CF2-6EC1-9AC3-B26AF69CC552}"/>
              </a:ext>
            </a:extLst>
          </p:cNvPr>
          <p:cNvSpPr/>
          <p:nvPr userDrawn="1"/>
        </p:nvSpPr>
        <p:spPr>
          <a:xfrm>
            <a:off x="6955148" y="3276486"/>
            <a:ext cx="1067580" cy="37784"/>
          </a:xfrm>
          <a:prstGeom prst="rect">
            <a:avLst/>
          </a:prstGeom>
          <a:solidFill>
            <a:srgbClr val="F15F5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77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31AAEB-EDF0-59E1-922A-293B2A33EE15}"/>
              </a:ext>
            </a:extLst>
          </p:cNvPr>
          <p:cNvSpPr/>
          <p:nvPr userDrawn="1"/>
        </p:nvSpPr>
        <p:spPr>
          <a:xfrm>
            <a:off x="9773559" y="3276486"/>
            <a:ext cx="1067580" cy="37784"/>
          </a:xfrm>
          <a:prstGeom prst="rect">
            <a:avLst/>
          </a:prstGeom>
          <a:solidFill>
            <a:srgbClr val="F15F5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77"/>
              <a:ea typeface="+mn-ea"/>
              <a:cs typeface="+mn-cs"/>
            </a:endParaRP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AB9E7BA-6290-2E7E-5546-F98D5E01C2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9776" y="3476006"/>
            <a:ext cx="2264685" cy="42556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F15F53"/>
                </a:solidFill>
                <a:latin typeface="ES Klarheit Grotesk Bk" pitchFamily="2" charset="0"/>
                <a:ea typeface="ES Klarheit Grotesk Bk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F3D62C3B-F534-57B1-6B0D-215EAFDD67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38186" y="3476006"/>
            <a:ext cx="2264685" cy="33193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F15F53"/>
                </a:solidFill>
                <a:latin typeface="ES Klarheit Grotesk Bk" pitchFamily="2" charset="0"/>
                <a:ea typeface="ES Klarheit Grotesk Bk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FA5FC70B-2316-60FF-41DE-42423218720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6596" y="3476006"/>
            <a:ext cx="2264685" cy="33027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F15F53"/>
                </a:solidFill>
                <a:latin typeface="ES Klarheit Grotesk Bk" pitchFamily="2" charset="0"/>
                <a:ea typeface="ES Klarheit Grotesk Bk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22C27033-56BE-462E-4997-76295589B6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75007" y="3476006"/>
            <a:ext cx="2264685" cy="33027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F15F53"/>
                </a:solidFill>
                <a:latin typeface="ES Klarheit Grotesk Bk" pitchFamily="2" charset="0"/>
                <a:ea typeface="ES Klarheit Grotesk Bk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58645EF-457E-A288-C41A-416D4E4D14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9776" y="4064000"/>
            <a:ext cx="2264685" cy="125521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ES Klarheit Grotesk Bk" pitchFamily="2" charset="0"/>
                <a:ea typeface="ES Klarheit Grotesk Bk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568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14536-469C-7DFD-90D3-3AF1CFE8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D9401-1575-2E89-7755-C480FFD4A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D044F-AD70-AA31-7DBF-D6B87F82F156}"/>
              </a:ext>
            </a:extLst>
          </p:cNvPr>
          <p:cNvSpPr txBox="1"/>
          <p:nvPr userDrawn="1"/>
        </p:nvSpPr>
        <p:spPr>
          <a:xfrm>
            <a:off x="8501440" y="6450756"/>
            <a:ext cx="276225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 dirty="0">
                <a:solidFill>
                  <a:schemeClr val="bg1">
                    <a:lumMod val="65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©LTM  |  Privileged and Confidential</a:t>
            </a: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8DCC2A93-263C-98AF-A948-75A458E15543}"/>
              </a:ext>
            </a:extLst>
          </p:cNvPr>
          <p:cNvSpPr txBox="1">
            <a:spLocks/>
          </p:cNvSpPr>
          <p:nvPr userDrawn="1"/>
        </p:nvSpPr>
        <p:spPr>
          <a:xfrm>
            <a:off x="11116286" y="6434967"/>
            <a:ext cx="513190" cy="229550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65000"/>
                  </a:schemeClr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65000"/>
                </a:schemeClr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DD493B4-AAA4-2A2E-2AD5-791EFA671466}"/>
              </a:ext>
            </a:extLst>
          </p:cNvPr>
          <p:cNvGrpSpPr/>
          <p:nvPr userDrawn="1"/>
        </p:nvGrpSpPr>
        <p:grpSpPr>
          <a:xfrm>
            <a:off x="-1126488" y="228600"/>
            <a:ext cx="975048" cy="1412875"/>
            <a:chOff x="-1380489" y="0"/>
            <a:chExt cx="1259893" cy="1825625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F1A6653-68C0-3CEE-B3CA-5A8D7E4701FB}"/>
                </a:ext>
              </a:extLst>
            </p:cNvPr>
            <p:cNvGrpSpPr/>
            <p:nvPr userDrawn="1"/>
          </p:nvGrpSpPr>
          <p:grpSpPr>
            <a:xfrm>
              <a:off x="-1380489" y="0"/>
              <a:ext cx="1259891" cy="175708"/>
              <a:chOff x="-1443989" y="1487363"/>
              <a:chExt cx="1259891" cy="2032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4264ABD-498B-4B73-FFE4-372E761A9A99}"/>
                  </a:ext>
                </a:extLst>
              </p:cNvPr>
              <p:cNvSpPr/>
              <p:nvPr/>
            </p:nvSpPr>
            <p:spPr>
              <a:xfrm rot="16200000">
                <a:off x="-1451492" y="1495378"/>
                <a:ext cx="202767" cy="187762"/>
              </a:xfrm>
              <a:prstGeom prst="rect">
                <a:avLst/>
              </a:prstGeom>
              <a:solidFill>
                <a:srgbClr val="8AB5C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66B7003-3175-9E8F-F527-4E9738FF97F7}"/>
                  </a:ext>
                </a:extLst>
              </p:cNvPr>
              <p:cNvSpPr/>
              <p:nvPr/>
            </p:nvSpPr>
            <p:spPr>
              <a:xfrm rot="16200000">
                <a:off x="-1240808" y="1495378"/>
                <a:ext cx="202767" cy="187762"/>
              </a:xfrm>
              <a:prstGeom prst="rect">
                <a:avLst/>
              </a:prstGeom>
              <a:solidFill>
                <a:srgbClr val="44267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8F30AC5-5962-9E8C-18E1-E9477842A614}"/>
                  </a:ext>
                </a:extLst>
              </p:cNvPr>
              <p:cNvSpPr/>
              <p:nvPr/>
            </p:nvSpPr>
            <p:spPr>
              <a:xfrm rot="16200000">
                <a:off x="-1022998" y="1495378"/>
                <a:ext cx="202767" cy="187762"/>
              </a:xfrm>
              <a:prstGeom prst="rect">
                <a:avLst/>
              </a:prstGeom>
              <a:solidFill>
                <a:srgbClr val="F9F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D881887-F6B1-B642-11A9-5F225CDA8038}"/>
                  </a:ext>
                </a:extLst>
              </p:cNvPr>
              <p:cNvSpPr/>
              <p:nvPr/>
            </p:nvSpPr>
            <p:spPr>
              <a:xfrm rot="16200000">
                <a:off x="-808814" y="1495378"/>
                <a:ext cx="202767" cy="187762"/>
              </a:xfrm>
              <a:prstGeom prst="rect">
                <a:avLst/>
              </a:prstGeom>
              <a:solidFill>
                <a:srgbClr val="426D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F082464-63B3-82A5-4E06-08EE00F62D27}"/>
                  </a:ext>
                </a:extLst>
              </p:cNvPr>
              <p:cNvSpPr/>
              <p:nvPr/>
            </p:nvSpPr>
            <p:spPr>
              <a:xfrm rot="16200000">
                <a:off x="-597589" y="1495378"/>
                <a:ext cx="202767" cy="187762"/>
              </a:xfrm>
              <a:prstGeom prst="rect">
                <a:avLst/>
              </a:prstGeom>
              <a:solidFill>
                <a:srgbClr val="F15F5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C8535FC-CD12-EC6A-60C1-7BF12D59D235}"/>
                  </a:ext>
                </a:extLst>
              </p:cNvPr>
              <p:cNvSpPr/>
              <p:nvPr/>
            </p:nvSpPr>
            <p:spPr>
              <a:xfrm rot="16200000">
                <a:off x="-379619" y="1495122"/>
                <a:ext cx="203279" cy="187762"/>
              </a:xfrm>
              <a:prstGeom prst="rect">
                <a:avLst/>
              </a:prstGeom>
              <a:solidFill>
                <a:srgbClr val="2828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652655EF-4350-BC16-99C7-385A6CAA395A}"/>
                </a:ext>
              </a:extLst>
            </p:cNvPr>
            <p:cNvGrpSpPr/>
            <p:nvPr userDrawn="1"/>
          </p:nvGrpSpPr>
          <p:grpSpPr>
            <a:xfrm>
              <a:off x="-1380487" y="260503"/>
              <a:ext cx="1259891" cy="1565122"/>
              <a:chOff x="-57947" y="5724025"/>
              <a:chExt cx="2998178" cy="430897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300EC4E-482B-0B68-8E0F-B258E2A8AA72}"/>
                  </a:ext>
                </a:extLst>
              </p:cNvPr>
              <p:cNvGrpSpPr/>
              <p:nvPr/>
            </p:nvGrpSpPr>
            <p:grpSpPr>
              <a:xfrm>
                <a:off x="-57947" y="5734935"/>
                <a:ext cx="446823" cy="4298065"/>
                <a:chOff x="1018404" y="1358898"/>
                <a:chExt cx="221381" cy="1971936"/>
              </a:xfrm>
            </p:grpSpPr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5C671071-BD95-A108-B362-F75E725AA19E}"/>
                    </a:ext>
                  </a:extLst>
                </p:cNvPr>
                <p:cNvSpPr/>
                <p:nvPr/>
              </p:nvSpPr>
              <p:spPr>
                <a:xfrm>
                  <a:off x="1018404" y="2015355"/>
                  <a:ext cx="221381" cy="221381"/>
                </a:xfrm>
                <a:prstGeom prst="rect">
                  <a:avLst/>
                </a:prstGeom>
                <a:solidFill>
                  <a:srgbClr val="83ADC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9386F23C-C05C-99A9-194A-4A7F9BFDBC54}"/>
                    </a:ext>
                  </a:extLst>
                </p:cNvPr>
                <p:cNvSpPr/>
                <p:nvPr/>
              </p:nvSpPr>
              <p:spPr>
                <a:xfrm>
                  <a:off x="1018404" y="2234174"/>
                  <a:ext cx="221381" cy="221381"/>
                </a:xfrm>
                <a:prstGeom prst="rect">
                  <a:avLst/>
                </a:prstGeom>
                <a:solidFill>
                  <a:srgbClr val="73A4B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57943ECA-1577-BCB9-537B-912E22DCB754}"/>
                    </a:ext>
                  </a:extLst>
                </p:cNvPr>
                <p:cNvSpPr/>
                <p:nvPr/>
              </p:nvSpPr>
              <p:spPr>
                <a:xfrm>
                  <a:off x="1018404" y="2452993"/>
                  <a:ext cx="221381" cy="221381"/>
                </a:xfrm>
                <a:prstGeom prst="rect">
                  <a:avLst/>
                </a:prstGeom>
                <a:solidFill>
                  <a:srgbClr val="4E809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7D9DD328-6AB2-576D-5F36-75453EB6FC4D}"/>
                    </a:ext>
                  </a:extLst>
                </p:cNvPr>
                <p:cNvSpPr/>
                <p:nvPr/>
              </p:nvSpPr>
              <p:spPr>
                <a:xfrm>
                  <a:off x="1018404" y="2671812"/>
                  <a:ext cx="221381" cy="221381"/>
                </a:xfrm>
                <a:prstGeom prst="rect">
                  <a:avLst/>
                </a:prstGeom>
                <a:solidFill>
                  <a:srgbClr val="37677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7C138E4E-BEB4-3E5E-B81D-46F80B93C627}"/>
                    </a:ext>
                  </a:extLst>
                </p:cNvPr>
                <p:cNvSpPr/>
                <p:nvPr/>
              </p:nvSpPr>
              <p:spPr>
                <a:xfrm>
                  <a:off x="1018404" y="2890631"/>
                  <a:ext cx="221381" cy="221381"/>
                </a:xfrm>
                <a:prstGeom prst="rect">
                  <a:avLst/>
                </a:prstGeom>
                <a:solidFill>
                  <a:srgbClr val="224D6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6AF56A65-1A92-80D0-3D7E-B3C5A79617CD}"/>
                    </a:ext>
                  </a:extLst>
                </p:cNvPr>
                <p:cNvSpPr/>
                <p:nvPr/>
              </p:nvSpPr>
              <p:spPr>
                <a:xfrm>
                  <a:off x="1018404" y="3109453"/>
                  <a:ext cx="221381" cy="221381"/>
                </a:xfrm>
                <a:prstGeom prst="rect">
                  <a:avLst/>
                </a:prstGeom>
                <a:solidFill>
                  <a:srgbClr val="14344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E2B6C8BF-969E-BC2B-0AC1-71E1B71E85E3}"/>
                    </a:ext>
                  </a:extLst>
                </p:cNvPr>
                <p:cNvSpPr/>
                <p:nvPr/>
              </p:nvSpPr>
              <p:spPr>
                <a:xfrm>
                  <a:off x="1018404" y="1796536"/>
                  <a:ext cx="221381" cy="221381"/>
                </a:xfrm>
                <a:prstGeom prst="rect">
                  <a:avLst/>
                </a:prstGeom>
                <a:solidFill>
                  <a:srgbClr val="93B8C8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29277F26-AB27-8C63-7104-0E2C1F4C1C1E}"/>
                    </a:ext>
                  </a:extLst>
                </p:cNvPr>
                <p:cNvSpPr/>
                <p:nvPr/>
              </p:nvSpPr>
              <p:spPr>
                <a:xfrm>
                  <a:off x="1018404" y="1577717"/>
                  <a:ext cx="221381" cy="221381"/>
                </a:xfrm>
                <a:prstGeom prst="rect">
                  <a:avLst/>
                </a:prstGeom>
                <a:solidFill>
                  <a:srgbClr val="A2C2D2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10998950-1F64-BC4E-E0FB-EB353DE9E9B9}"/>
                    </a:ext>
                  </a:extLst>
                </p:cNvPr>
                <p:cNvSpPr/>
                <p:nvPr/>
              </p:nvSpPr>
              <p:spPr>
                <a:xfrm>
                  <a:off x="1018404" y="1358898"/>
                  <a:ext cx="221381" cy="221381"/>
                </a:xfrm>
                <a:prstGeom prst="rect">
                  <a:avLst/>
                </a:prstGeom>
                <a:solidFill>
                  <a:srgbClr val="BCD3DE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36DDE54-6509-338D-C638-D69E181324DA}"/>
                  </a:ext>
                </a:extLst>
              </p:cNvPr>
              <p:cNvGrpSpPr/>
              <p:nvPr/>
            </p:nvGrpSpPr>
            <p:grpSpPr>
              <a:xfrm>
                <a:off x="452325" y="5734933"/>
                <a:ext cx="446822" cy="4298067"/>
                <a:chOff x="1018404" y="1358898"/>
                <a:chExt cx="221381" cy="1971936"/>
              </a:xfrm>
            </p:grpSpPr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CD83A598-DB8D-965F-EED1-C442006691FD}"/>
                    </a:ext>
                  </a:extLst>
                </p:cNvPr>
                <p:cNvSpPr/>
                <p:nvPr/>
              </p:nvSpPr>
              <p:spPr>
                <a:xfrm>
                  <a:off x="1018404" y="2015355"/>
                  <a:ext cx="221381" cy="221381"/>
                </a:xfrm>
                <a:prstGeom prst="rect">
                  <a:avLst/>
                </a:prstGeom>
                <a:solidFill>
                  <a:srgbClr val="563B7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64568F60-78BC-AED4-F589-BE6B83FD5828}"/>
                    </a:ext>
                  </a:extLst>
                </p:cNvPr>
                <p:cNvSpPr/>
                <p:nvPr/>
              </p:nvSpPr>
              <p:spPr>
                <a:xfrm>
                  <a:off x="1018404" y="2234174"/>
                  <a:ext cx="221381" cy="221381"/>
                </a:xfrm>
                <a:prstGeom prst="rect">
                  <a:avLst/>
                </a:prstGeom>
                <a:solidFill>
                  <a:srgbClr val="44267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5646589-C851-07FE-5DFD-B72BB56C14F9}"/>
                    </a:ext>
                  </a:extLst>
                </p:cNvPr>
                <p:cNvSpPr/>
                <p:nvPr/>
              </p:nvSpPr>
              <p:spPr>
                <a:xfrm>
                  <a:off x="1018404" y="2452993"/>
                  <a:ext cx="221381" cy="221381"/>
                </a:xfrm>
                <a:prstGeom prst="rect">
                  <a:avLst/>
                </a:prstGeom>
                <a:solidFill>
                  <a:srgbClr val="2A0D5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D5072936-99F3-33F9-EA0A-5C232AB6EB7C}"/>
                    </a:ext>
                  </a:extLst>
                </p:cNvPr>
                <p:cNvSpPr/>
                <p:nvPr/>
              </p:nvSpPr>
              <p:spPr>
                <a:xfrm>
                  <a:off x="1018404" y="2671812"/>
                  <a:ext cx="221381" cy="221381"/>
                </a:xfrm>
                <a:prstGeom prst="rect">
                  <a:avLst/>
                </a:prstGeom>
                <a:solidFill>
                  <a:srgbClr val="12014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1B86C843-97F0-5F66-A8E5-E376F1A3E31E}"/>
                    </a:ext>
                  </a:extLst>
                </p:cNvPr>
                <p:cNvSpPr/>
                <p:nvPr/>
              </p:nvSpPr>
              <p:spPr>
                <a:xfrm>
                  <a:off x="1018404" y="2890631"/>
                  <a:ext cx="221381" cy="221381"/>
                </a:xfrm>
                <a:prstGeom prst="rect">
                  <a:avLst/>
                </a:prstGeom>
                <a:solidFill>
                  <a:srgbClr val="00002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2001C2C3-9F3B-3901-DEE0-D444FB27D744}"/>
                    </a:ext>
                  </a:extLst>
                </p:cNvPr>
                <p:cNvSpPr/>
                <p:nvPr/>
              </p:nvSpPr>
              <p:spPr>
                <a:xfrm>
                  <a:off x="1018404" y="3109453"/>
                  <a:ext cx="221381" cy="221381"/>
                </a:xfrm>
                <a:prstGeom prst="rect">
                  <a:avLst/>
                </a:prstGeom>
                <a:solidFill>
                  <a:srgbClr val="00000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0FEE6E4B-F8A6-371B-69BC-4D081196705A}"/>
                    </a:ext>
                  </a:extLst>
                </p:cNvPr>
                <p:cNvSpPr/>
                <p:nvPr/>
              </p:nvSpPr>
              <p:spPr>
                <a:xfrm>
                  <a:off x="1018404" y="1796536"/>
                  <a:ext cx="221381" cy="221381"/>
                </a:xfrm>
                <a:prstGeom prst="rect">
                  <a:avLst/>
                </a:prstGeom>
                <a:solidFill>
                  <a:srgbClr val="69518E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2011B43C-499C-AA41-36F9-3626DF8BEED1}"/>
                    </a:ext>
                  </a:extLst>
                </p:cNvPr>
                <p:cNvSpPr/>
                <p:nvPr/>
              </p:nvSpPr>
              <p:spPr>
                <a:xfrm>
                  <a:off x="1018404" y="1577717"/>
                  <a:ext cx="221381" cy="221381"/>
                </a:xfrm>
                <a:prstGeom prst="rect">
                  <a:avLst/>
                </a:prstGeom>
                <a:solidFill>
                  <a:srgbClr val="7B6799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55F690F8-9D24-11E9-A599-48A0EBEB4D4E}"/>
                    </a:ext>
                  </a:extLst>
                </p:cNvPr>
                <p:cNvSpPr/>
                <p:nvPr/>
              </p:nvSpPr>
              <p:spPr>
                <a:xfrm>
                  <a:off x="1018404" y="1358898"/>
                  <a:ext cx="221381" cy="221381"/>
                </a:xfrm>
                <a:prstGeom prst="rect">
                  <a:avLst/>
                </a:prstGeom>
                <a:solidFill>
                  <a:srgbClr val="8E7DAA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7F813EF-3100-5B92-0E68-D77E8F2F6419}"/>
                  </a:ext>
                </a:extLst>
              </p:cNvPr>
              <p:cNvGrpSpPr/>
              <p:nvPr/>
            </p:nvGrpSpPr>
            <p:grpSpPr>
              <a:xfrm>
                <a:off x="962596" y="5734933"/>
                <a:ext cx="446821" cy="4298067"/>
                <a:chOff x="1018404" y="1358898"/>
                <a:chExt cx="221381" cy="1971936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5BA37FB-AE64-5853-DCBA-4E89D0A30B13}"/>
                    </a:ext>
                  </a:extLst>
                </p:cNvPr>
                <p:cNvSpPr/>
                <p:nvPr/>
              </p:nvSpPr>
              <p:spPr>
                <a:xfrm>
                  <a:off x="1018404" y="2015355"/>
                  <a:ext cx="221381" cy="221381"/>
                </a:xfrm>
                <a:prstGeom prst="rect">
                  <a:avLst/>
                </a:prstGeom>
                <a:solidFill>
                  <a:srgbClr val="F9FFC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D55925B5-588E-E6D7-F7CE-2796EBD2B1E4}"/>
                    </a:ext>
                  </a:extLst>
                </p:cNvPr>
                <p:cNvSpPr/>
                <p:nvPr/>
              </p:nvSpPr>
              <p:spPr>
                <a:xfrm>
                  <a:off x="1018404" y="2234174"/>
                  <a:ext cx="221381" cy="221381"/>
                </a:xfrm>
                <a:prstGeom prst="rect">
                  <a:avLst/>
                </a:prstGeom>
                <a:solidFill>
                  <a:srgbClr val="EAEF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305F84E-E7C2-C5F4-8A4E-B0E69A462044}"/>
                    </a:ext>
                  </a:extLst>
                </p:cNvPr>
                <p:cNvSpPr/>
                <p:nvPr/>
              </p:nvSpPr>
              <p:spPr>
                <a:xfrm>
                  <a:off x="1018404" y="2452993"/>
                  <a:ext cx="221381" cy="221381"/>
                </a:xfrm>
                <a:prstGeom prst="rect">
                  <a:avLst/>
                </a:prstGeom>
                <a:solidFill>
                  <a:srgbClr val="DFE6B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1841ACD2-C53F-7D09-3CC7-BF3BA6FEDCCA}"/>
                    </a:ext>
                  </a:extLst>
                </p:cNvPr>
                <p:cNvSpPr/>
                <p:nvPr/>
              </p:nvSpPr>
              <p:spPr>
                <a:xfrm>
                  <a:off x="1018404" y="2671812"/>
                  <a:ext cx="221381" cy="221381"/>
                </a:xfrm>
                <a:prstGeom prst="rect">
                  <a:avLst/>
                </a:prstGeom>
                <a:solidFill>
                  <a:srgbClr val="C5CC9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B9B4E49-F216-E514-8832-B70EA8BDB2CF}"/>
                    </a:ext>
                  </a:extLst>
                </p:cNvPr>
                <p:cNvSpPr/>
                <p:nvPr/>
              </p:nvSpPr>
              <p:spPr>
                <a:xfrm>
                  <a:off x="1018404" y="2890631"/>
                  <a:ext cx="221381" cy="221381"/>
                </a:xfrm>
                <a:prstGeom prst="rect">
                  <a:avLst/>
                </a:prstGeom>
                <a:solidFill>
                  <a:srgbClr val="ACB2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C42ACD38-2084-1809-ACD3-A0F0EF37A528}"/>
                    </a:ext>
                  </a:extLst>
                </p:cNvPr>
                <p:cNvSpPr/>
                <p:nvPr/>
              </p:nvSpPr>
              <p:spPr>
                <a:xfrm>
                  <a:off x="1018404" y="3109453"/>
                  <a:ext cx="221381" cy="221381"/>
                </a:xfrm>
                <a:prstGeom prst="rect">
                  <a:avLst/>
                </a:prstGeom>
                <a:solidFill>
                  <a:srgbClr val="92996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D384EA78-7E3E-EE77-72F9-23E64596D4E6}"/>
                    </a:ext>
                  </a:extLst>
                </p:cNvPr>
                <p:cNvSpPr/>
                <p:nvPr/>
              </p:nvSpPr>
              <p:spPr>
                <a:xfrm>
                  <a:off x="1018404" y="1796536"/>
                  <a:ext cx="221381" cy="221381"/>
                </a:xfrm>
                <a:prstGeom prst="rect">
                  <a:avLst/>
                </a:prstGeom>
                <a:solidFill>
                  <a:srgbClr val="FAFED2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8EF03260-190A-DB5F-B2CF-78AA70A90623}"/>
                    </a:ext>
                  </a:extLst>
                </p:cNvPr>
                <p:cNvSpPr/>
                <p:nvPr/>
              </p:nvSpPr>
              <p:spPr>
                <a:xfrm>
                  <a:off x="1018404" y="1577717"/>
                  <a:ext cx="221381" cy="221381"/>
                </a:xfrm>
                <a:prstGeom prst="rect">
                  <a:avLst/>
                </a:prstGeom>
                <a:solidFill>
                  <a:srgbClr val="FCFFDC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C08B014-9892-CEC4-C2F4-B1C57BA864F5}"/>
                    </a:ext>
                  </a:extLst>
                </p:cNvPr>
                <p:cNvSpPr/>
                <p:nvPr/>
              </p:nvSpPr>
              <p:spPr>
                <a:xfrm>
                  <a:off x="1018404" y="1358898"/>
                  <a:ext cx="221381" cy="221381"/>
                </a:xfrm>
                <a:prstGeom prst="rect">
                  <a:avLst/>
                </a:prstGeom>
                <a:solidFill>
                  <a:srgbClr val="FDFFE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4819E8C-38E9-DC29-6183-C7CD8892F42F}"/>
                  </a:ext>
                </a:extLst>
              </p:cNvPr>
              <p:cNvGrpSpPr/>
              <p:nvPr/>
            </p:nvGrpSpPr>
            <p:grpSpPr>
              <a:xfrm>
                <a:off x="1472866" y="5734933"/>
                <a:ext cx="446822" cy="4298067"/>
                <a:chOff x="1018404" y="1358898"/>
                <a:chExt cx="221381" cy="1971936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DB164F4-6874-CA77-2026-78B616472064}"/>
                    </a:ext>
                  </a:extLst>
                </p:cNvPr>
                <p:cNvSpPr/>
                <p:nvPr/>
              </p:nvSpPr>
              <p:spPr>
                <a:xfrm>
                  <a:off x="1018404" y="2015355"/>
                  <a:ext cx="221381" cy="221381"/>
                </a:xfrm>
                <a:prstGeom prst="rect">
                  <a:avLst/>
                </a:prstGeom>
                <a:solidFill>
                  <a:srgbClr val="4E765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D70460E-8DD5-CB07-7F19-A195C86AA568}"/>
                    </a:ext>
                  </a:extLst>
                </p:cNvPr>
                <p:cNvSpPr/>
                <p:nvPr/>
              </p:nvSpPr>
              <p:spPr>
                <a:xfrm>
                  <a:off x="1018404" y="2234174"/>
                  <a:ext cx="221381" cy="221381"/>
                </a:xfrm>
                <a:prstGeom prst="rect">
                  <a:avLst/>
                </a:prstGeom>
                <a:solidFill>
                  <a:srgbClr val="426E4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0FEE98F-C06E-056A-F3A1-2FA87931AF1A}"/>
                    </a:ext>
                  </a:extLst>
                </p:cNvPr>
                <p:cNvSpPr/>
                <p:nvPr/>
              </p:nvSpPr>
              <p:spPr>
                <a:xfrm>
                  <a:off x="1018404" y="2452993"/>
                  <a:ext cx="221381" cy="221381"/>
                </a:xfrm>
                <a:prstGeom prst="rect">
                  <a:avLst/>
                </a:prstGeom>
                <a:solidFill>
                  <a:srgbClr val="2B543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4FB154B-9B0E-5F69-9714-2D3E888A8569}"/>
                    </a:ext>
                  </a:extLst>
                </p:cNvPr>
                <p:cNvSpPr/>
                <p:nvPr/>
              </p:nvSpPr>
              <p:spPr>
                <a:xfrm>
                  <a:off x="1018404" y="2671812"/>
                  <a:ext cx="221381" cy="221381"/>
                </a:xfrm>
                <a:prstGeom prst="rect">
                  <a:avLst/>
                </a:prstGeom>
                <a:solidFill>
                  <a:srgbClr val="183E1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C104340A-D846-B779-5324-E8F94326D78D}"/>
                    </a:ext>
                  </a:extLst>
                </p:cNvPr>
                <p:cNvSpPr/>
                <p:nvPr/>
              </p:nvSpPr>
              <p:spPr>
                <a:xfrm>
                  <a:off x="1018404" y="2890631"/>
                  <a:ext cx="221381" cy="221381"/>
                </a:xfrm>
                <a:prstGeom prst="rect">
                  <a:avLst/>
                </a:prstGeom>
                <a:solidFill>
                  <a:srgbClr val="0A240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FA3B75A-BB40-4F09-3CFA-0D8F150240DD}"/>
                    </a:ext>
                  </a:extLst>
                </p:cNvPr>
                <p:cNvSpPr/>
                <p:nvPr/>
              </p:nvSpPr>
              <p:spPr>
                <a:xfrm>
                  <a:off x="1018404" y="3109453"/>
                  <a:ext cx="221381" cy="221381"/>
                </a:xfrm>
                <a:prstGeom prst="rect">
                  <a:avLst/>
                </a:prstGeom>
                <a:solidFill>
                  <a:srgbClr val="030E0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6CFEABF-4C59-E2FF-F31B-34F0063BC049}"/>
                    </a:ext>
                  </a:extLst>
                </p:cNvPr>
                <p:cNvSpPr/>
                <p:nvPr/>
              </p:nvSpPr>
              <p:spPr>
                <a:xfrm>
                  <a:off x="1018404" y="1796536"/>
                  <a:ext cx="221381" cy="221381"/>
                </a:xfrm>
                <a:prstGeom prst="rect">
                  <a:avLst/>
                </a:prstGeom>
                <a:solidFill>
                  <a:srgbClr val="62866B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75F08EB9-D454-FD4F-5BC7-9E323BD74685}"/>
                    </a:ext>
                  </a:extLst>
                </p:cNvPr>
                <p:cNvSpPr/>
                <p:nvPr/>
              </p:nvSpPr>
              <p:spPr>
                <a:xfrm>
                  <a:off x="1018404" y="1577717"/>
                  <a:ext cx="221381" cy="221381"/>
                </a:xfrm>
                <a:prstGeom prst="rect">
                  <a:avLst/>
                </a:prstGeom>
                <a:solidFill>
                  <a:srgbClr val="6C8A75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38ABB427-9999-A86E-8743-D8BFBBB17BF1}"/>
                    </a:ext>
                  </a:extLst>
                </p:cNvPr>
                <p:cNvSpPr/>
                <p:nvPr/>
              </p:nvSpPr>
              <p:spPr>
                <a:xfrm>
                  <a:off x="1018404" y="1358898"/>
                  <a:ext cx="221381" cy="221381"/>
                </a:xfrm>
                <a:prstGeom prst="rect">
                  <a:avLst/>
                </a:prstGeom>
                <a:solidFill>
                  <a:srgbClr val="89A692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4D228958-EDEE-DDEF-2AAF-E6BECFD30515}"/>
                  </a:ext>
                </a:extLst>
              </p:cNvPr>
              <p:cNvGrpSpPr/>
              <p:nvPr/>
            </p:nvGrpSpPr>
            <p:grpSpPr>
              <a:xfrm>
                <a:off x="2493408" y="5724032"/>
                <a:ext cx="446823" cy="4308968"/>
                <a:chOff x="1018404" y="1358898"/>
                <a:chExt cx="221381" cy="1971934"/>
              </a:xfrm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27387E93-8B3E-6333-484A-90B3BE1423F3}"/>
                    </a:ext>
                  </a:extLst>
                </p:cNvPr>
                <p:cNvSpPr/>
                <p:nvPr/>
              </p:nvSpPr>
              <p:spPr>
                <a:xfrm>
                  <a:off x="1018404" y="2015354"/>
                  <a:ext cx="221381" cy="221381"/>
                </a:xfrm>
                <a:prstGeom prst="rect">
                  <a:avLst/>
                </a:prstGeom>
                <a:solidFill>
                  <a:srgbClr val="CDCD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6E3642FB-5D86-FA4A-A4A9-C322FF3E8B0C}"/>
                    </a:ext>
                  </a:extLst>
                </p:cNvPr>
                <p:cNvSpPr/>
                <p:nvPr/>
              </p:nvSpPr>
              <p:spPr>
                <a:xfrm>
                  <a:off x="1018404" y="2234173"/>
                  <a:ext cx="221381" cy="221381"/>
                </a:xfrm>
                <a:prstGeom prst="rect">
                  <a:avLst/>
                </a:prstGeom>
                <a:solidFill>
                  <a:srgbClr val="C1C1C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49027CCC-A3BB-CF5B-F509-E9067244E5EC}"/>
                    </a:ext>
                  </a:extLst>
                </p:cNvPr>
                <p:cNvSpPr/>
                <p:nvPr/>
              </p:nvSpPr>
              <p:spPr>
                <a:xfrm>
                  <a:off x="1018404" y="2452991"/>
                  <a:ext cx="221381" cy="221381"/>
                </a:xfrm>
                <a:prstGeom prst="rect">
                  <a:avLst/>
                </a:prstGeom>
                <a:solidFill>
                  <a:srgbClr val="8E8E8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4C696CE1-81F0-3948-6971-8D8BD66B9C2E}"/>
                    </a:ext>
                  </a:extLst>
                </p:cNvPr>
                <p:cNvSpPr/>
                <p:nvPr/>
              </p:nvSpPr>
              <p:spPr>
                <a:xfrm>
                  <a:off x="1018404" y="2671810"/>
                  <a:ext cx="221381" cy="221381"/>
                </a:xfrm>
                <a:prstGeom prst="rect">
                  <a:avLst/>
                </a:prstGeom>
                <a:solidFill>
                  <a:srgbClr val="5B5B5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2CAC53E1-1B17-487E-0A53-019AA9A58723}"/>
                    </a:ext>
                  </a:extLst>
                </p:cNvPr>
                <p:cNvSpPr/>
                <p:nvPr/>
              </p:nvSpPr>
              <p:spPr>
                <a:xfrm>
                  <a:off x="1018404" y="2890629"/>
                  <a:ext cx="221381" cy="221381"/>
                </a:xfrm>
                <a:prstGeom prst="rect">
                  <a:avLst/>
                </a:prstGeom>
                <a:solidFill>
                  <a:srgbClr val="31313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0622F813-ED74-ED5A-8E4C-532E5E3BDF85}"/>
                    </a:ext>
                  </a:extLst>
                </p:cNvPr>
                <p:cNvSpPr/>
                <p:nvPr/>
              </p:nvSpPr>
              <p:spPr>
                <a:xfrm>
                  <a:off x="1018404" y="3109451"/>
                  <a:ext cx="221381" cy="221381"/>
                </a:xfrm>
                <a:prstGeom prst="rect">
                  <a:avLst/>
                </a:prstGeom>
                <a:solidFill>
                  <a:srgbClr val="28282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13467587-79D2-2163-7C62-8AF9EEB60818}"/>
                    </a:ext>
                  </a:extLst>
                </p:cNvPr>
                <p:cNvSpPr/>
                <p:nvPr/>
              </p:nvSpPr>
              <p:spPr>
                <a:xfrm>
                  <a:off x="1018404" y="1796535"/>
                  <a:ext cx="221381" cy="221381"/>
                </a:xfrm>
                <a:prstGeom prst="rect">
                  <a:avLst/>
                </a:prstGeom>
                <a:solidFill>
                  <a:srgbClr val="DADADA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987393CE-B346-4EF3-5222-411ED934AFC9}"/>
                    </a:ext>
                  </a:extLst>
                </p:cNvPr>
                <p:cNvSpPr/>
                <p:nvPr/>
              </p:nvSpPr>
              <p:spPr>
                <a:xfrm>
                  <a:off x="1018404" y="1577717"/>
                  <a:ext cx="221381" cy="221381"/>
                </a:xfrm>
                <a:prstGeom prst="rect">
                  <a:avLst/>
                </a:prstGeom>
                <a:solidFill>
                  <a:srgbClr val="ECECEC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022EF8CF-4F0B-1398-74CA-A60B3AD4279E}"/>
                    </a:ext>
                  </a:extLst>
                </p:cNvPr>
                <p:cNvSpPr/>
                <p:nvPr/>
              </p:nvSpPr>
              <p:spPr>
                <a:xfrm>
                  <a:off x="1018404" y="1358898"/>
                  <a:ext cx="221381" cy="221381"/>
                </a:xfrm>
                <a:prstGeom prst="rect">
                  <a:avLst/>
                </a:prstGeom>
                <a:solidFill>
                  <a:srgbClr val="F9F9F9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8D17965B-93F1-9CD0-CEB7-475D400B944F}"/>
                  </a:ext>
                </a:extLst>
              </p:cNvPr>
              <p:cNvGrpSpPr/>
              <p:nvPr/>
            </p:nvGrpSpPr>
            <p:grpSpPr>
              <a:xfrm>
                <a:off x="1983137" y="5724025"/>
                <a:ext cx="446821" cy="4308975"/>
                <a:chOff x="1018404" y="1358898"/>
                <a:chExt cx="221381" cy="1971938"/>
              </a:xfrm>
            </p:grpSpPr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2114ECD4-2F93-CDEE-5E59-9E16F4468A43}"/>
                    </a:ext>
                  </a:extLst>
                </p:cNvPr>
                <p:cNvSpPr/>
                <p:nvPr/>
              </p:nvSpPr>
              <p:spPr>
                <a:xfrm>
                  <a:off x="1018404" y="2015356"/>
                  <a:ext cx="221381" cy="221381"/>
                </a:xfrm>
                <a:prstGeom prst="rect">
                  <a:avLst/>
                </a:prstGeom>
                <a:solidFill>
                  <a:srgbClr val="EC77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A58355DB-2C6F-3985-E5C3-1F7FD718CB91}"/>
                    </a:ext>
                  </a:extLst>
                </p:cNvPr>
                <p:cNvSpPr/>
                <p:nvPr/>
              </p:nvSpPr>
              <p:spPr>
                <a:xfrm>
                  <a:off x="1018404" y="2234175"/>
                  <a:ext cx="221381" cy="221381"/>
                </a:xfrm>
                <a:prstGeom prst="rect">
                  <a:avLst/>
                </a:prstGeom>
                <a:solidFill>
                  <a:srgbClr val="F15F5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6B880608-26BA-899B-C88C-7D728B91124D}"/>
                    </a:ext>
                  </a:extLst>
                </p:cNvPr>
                <p:cNvSpPr/>
                <p:nvPr/>
              </p:nvSpPr>
              <p:spPr>
                <a:xfrm>
                  <a:off x="1018404" y="2452995"/>
                  <a:ext cx="221381" cy="221381"/>
                </a:xfrm>
                <a:prstGeom prst="rect">
                  <a:avLst/>
                </a:prstGeom>
                <a:solidFill>
                  <a:srgbClr val="D4524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0479433C-29B3-CF34-1EA7-F73CFA1751F3}"/>
                    </a:ext>
                  </a:extLst>
                </p:cNvPr>
                <p:cNvSpPr/>
                <p:nvPr/>
              </p:nvSpPr>
              <p:spPr>
                <a:xfrm>
                  <a:off x="1018404" y="2671814"/>
                  <a:ext cx="221381" cy="221381"/>
                </a:xfrm>
                <a:prstGeom prst="rect">
                  <a:avLst/>
                </a:prstGeom>
                <a:solidFill>
                  <a:srgbClr val="BB3B2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C8F404B7-5C41-7771-CC36-E2C7DE3636D6}"/>
                    </a:ext>
                  </a:extLst>
                </p:cNvPr>
                <p:cNvSpPr/>
                <p:nvPr/>
              </p:nvSpPr>
              <p:spPr>
                <a:xfrm>
                  <a:off x="1018404" y="2890633"/>
                  <a:ext cx="221381" cy="221381"/>
                </a:xfrm>
                <a:prstGeom prst="rect">
                  <a:avLst/>
                </a:prstGeom>
                <a:solidFill>
                  <a:srgbClr val="A3271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E5E488E2-4496-CE91-2939-14CBC59CCD1E}"/>
                    </a:ext>
                  </a:extLst>
                </p:cNvPr>
                <p:cNvSpPr/>
                <p:nvPr/>
              </p:nvSpPr>
              <p:spPr>
                <a:xfrm>
                  <a:off x="1018404" y="3109455"/>
                  <a:ext cx="221381" cy="221381"/>
                </a:xfrm>
                <a:prstGeom prst="rect">
                  <a:avLst/>
                </a:prstGeom>
                <a:solidFill>
                  <a:srgbClr val="8C1B1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EA318113-7BCD-3FB4-937E-8F65978AA241}"/>
                    </a:ext>
                  </a:extLst>
                </p:cNvPr>
                <p:cNvSpPr/>
                <p:nvPr/>
              </p:nvSpPr>
              <p:spPr>
                <a:xfrm>
                  <a:off x="1018404" y="1796538"/>
                  <a:ext cx="221381" cy="221381"/>
                </a:xfrm>
                <a:prstGeom prst="rect">
                  <a:avLst/>
                </a:prstGeom>
                <a:solidFill>
                  <a:srgbClr val="EF857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17E51B8E-5BB8-7DCE-C493-BE32F5B74FB9}"/>
                    </a:ext>
                  </a:extLst>
                </p:cNvPr>
                <p:cNvSpPr/>
                <p:nvPr/>
              </p:nvSpPr>
              <p:spPr>
                <a:xfrm>
                  <a:off x="1018404" y="1577719"/>
                  <a:ext cx="221381" cy="221381"/>
                </a:xfrm>
                <a:prstGeom prst="rect">
                  <a:avLst/>
                </a:prstGeom>
                <a:solidFill>
                  <a:srgbClr val="F0948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52EEB2B2-70C3-00AF-708B-E936C2191427}"/>
                    </a:ext>
                  </a:extLst>
                </p:cNvPr>
                <p:cNvSpPr/>
                <p:nvPr/>
              </p:nvSpPr>
              <p:spPr>
                <a:xfrm>
                  <a:off x="1018404" y="1358898"/>
                  <a:ext cx="221381" cy="221381"/>
                </a:xfrm>
                <a:prstGeom prst="rect">
                  <a:avLst/>
                </a:prstGeom>
                <a:solidFill>
                  <a:srgbClr val="F1A299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27F7487F-1441-7542-7165-4AC10FBD95F9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96386" y="6439554"/>
            <a:ext cx="513480" cy="1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73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9" r:id="rId6"/>
    <p:sldLayoutId id="2147483654" r:id="rId7"/>
    <p:sldLayoutId id="2147483655" r:id="rId8"/>
    <p:sldLayoutId id="2147483667" r:id="rId9"/>
    <p:sldLayoutId id="2147483668" r:id="rId10"/>
    <p:sldLayoutId id="2147483657" r:id="rId11"/>
    <p:sldLayoutId id="2147483658" r:id="rId12"/>
    <p:sldLayoutId id="2147483669" r:id="rId13"/>
    <p:sldLayoutId id="2147483670" r:id="rId14"/>
    <p:sldLayoutId id="2147483656" r:id="rId15"/>
    <p:sldLayoutId id="2147483661" r:id="rId16"/>
    <p:sldLayoutId id="2147483660" r:id="rId17"/>
    <p:sldLayoutId id="2147483662" r:id="rId18"/>
    <p:sldLayoutId id="2147483663" r:id="rId19"/>
    <p:sldLayoutId id="2147483664" r:id="rId20"/>
    <p:sldLayoutId id="2147483666" r:id="rId21"/>
    <p:sldLayoutId id="2147483671" r:id="rId22"/>
    <p:sldLayoutId id="2147483672" r:id="rId23"/>
    <p:sldLayoutId id="214748366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8.svg"/><Relationship Id="rId21" Type="http://schemas.openxmlformats.org/officeDocument/2006/relationships/image" Target="../media/image42.svg"/><Relationship Id="rId42" Type="http://schemas.openxmlformats.org/officeDocument/2006/relationships/image" Target="../media/image63.png"/><Relationship Id="rId63" Type="http://schemas.openxmlformats.org/officeDocument/2006/relationships/image" Target="../media/image84.svg"/><Relationship Id="rId84" Type="http://schemas.openxmlformats.org/officeDocument/2006/relationships/image" Target="../media/image105.png"/><Relationship Id="rId16" Type="http://schemas.openxmlformats.org/officeDocument/2006/relationships/image" Target="../media/image37.png"/><Relationship Id="rId107" Type="http://schemas.openxmlformats.org/officeDocument/2006/relationships/image" Target="../media/image128.svg"/><Relationship Id="rId11" Type="http://schemas.openxmlformats.org/officeDocument/2006/relationships/image" Target="../media/image32.svg"/><Relationship Id="rId32" Type="http://schemas.openxmlformats.org/officeDocument/2006/relationships/image" Target="../media/image53.png"/><Relationship Id="rId37" Type="http://schemas.openxmlformats.org/officeDocument/2006/relationships/image" Target="../media/image58.svg"/><Relationship Id="rId53" Type="http://schemas.openxmlformats.org/officeDocument/2006/relationships/image" Target="../media/image74.svg"/><Relationship Id="rId58" Type="http://schemas.openxmlformats.org/officeDocument/2006/relationships/image" Target="../media/image79.png"/><Relationship Id="rId74" Type="http://schemas.openxmlformats.org/officeDocument/2006/relationships/image" Target="../media/image95.png"/><Relationship Id="rId79" Type="http://schemas.openxmlformats.org/officeDocument/2006/relationships/image" Target="../media/image100.svg"/><Relationship Id="rId102" Type="http://schemas.openxmlformats.org/officeDocument/2006/relationships/image" Target="../media/image123.png"/><Relationship Id="rId123" Type="http://schemas.openxmlformats.org/officeDocument/2006/relationships/image" Target="../media/image144.svg"/><Relationship Id="rId128" Type="http://schemas.openxmlformats.org/officeDocument/2006/relationships/image" Target="../media/image149.png"/><Relationship Id="rId5" Type="http://schemas.openxmlformats.org/officeDocument/2006/relationships/image" Target="../media/image26.svg"/><Relationship Id="rId90" Type="http://schemas.openxmlformats.org/officeDocument/2006/relationships/image" Target="../media/image111.png"/><Relationship Id="rId95" Type="http://schemas.openxmlformats.org/officeDocument/2006/relationships/image" Target="../media/image116.svg"/><Relationship Id="rId22" Type="http://schemas.openxmlformats.org/officeDocument/2006/relationships/image" Target="../media/image43.png"/><Relationship Id="rId27" Type="http://schemas.openxmlformats.org/officeDocument/2006/relationships/image" Target="../media/image48.svg"/><Relationship Id="rId43" Type="http://schemas.openxmlformats.org/officeDocument/2006/relationships/image" Target="../media/image64.svg"/><Relationship Id="rId48" Type="http://schemas.openxmlformats.org/officeDocument/2006/relationships/image" Target="../media/image69.png"/><Relationship Id="rId64" Type="http://schemas.openxmlformats.org/officeDocument/2006/relationships/image" Target="../media/image85.png"/><Relationship Id="rId69" Type="http://schemas.openxmlformats.org/officeDocument/2006/relationships/image" Target="../media/image90.svg"/><Relationship Id="rId113" Type="http://schemas.openxmlformats.org/officeDocument/2006/relationships/image" Target="../media/image134.svg"/><Relationship Id="rId118" Type="http://schemas.openxmlformats.org/officeDocument/2006/relationships/image" Target="../media/image139.png"/><Relationship Id="rId80" Type="http://schemas.openxmlformats.org/officeDocument/2006/relationships/image" Target="../media/image101.png"/><Relationship Id="rId85" Type="http://schemas.openxmlformats.org/officeDocument/2006/relationships/image" Target="../media/image106.svg"/><Relationship Id="rId12" Type="http://schemas.openxmlformats.org/officeDocument/2006/relationships/image" Target="../media/image33.png"/><Relationship Id="rId17" Type="http://schemas.openxmlformats.org/officeDocument/2006/relationships/image" Target="../media/image38.svg"/><Relationship Id="rId33" Type="http://schemas.openxmlformats.org/officeDocument/2006/relationships/image" Target="../media/image54.svg"/><Relationship Id="rId38" Type="http://schemas.openxmlformats.org/officeDocument/2006/relationships/image" Target="../media/image59.png"/><Relationship Id="rId59" Type="http://schemas.openxmlformats.org/officeDocument/2006/relationships/image" Target="../media/image80.svg"/><Relationship Id="rId103" Type="http://schemas.openxmlformats.org/officeDocument/2006/relationships/image" Target="../media/image124.svg"/><Relationship Id="rId108" Type="http://schemas.openxmlformats.org/officeDocument/2006/relationships/image" Target="../media/image129.png"/><Relationship Id="rId124" Type="http://schemas.openxmlformats.org/officeDocument/2006/relationships/image" Target="../media/image145.png"/><Relationship Id="rId129" Type="http://schemas.openxmlformats.org/officeDocument/2006/relationships/image" Target="../media/image150.svg"/><Relationship Id="rId54" Type="http://schemas.openxmlformats.org/officeDocument/2006/relationships/image" Target="../media/image75.png"/><Relationship Id="rId70" Type="http://schemas.openxmlformats.org/officeDocument/2006/relationships/image" Target="../media/image91.png"/><Relationship Id="rId75" Type="http://schemas.openxmlformats.org/officeDocument/2006/relationships/image" Target="../media/image96.svg"/><Relationship Id="rId91" Type="http://schemas.openxmlformats.org/officeDocument/2006/relationships/image" Target="../media/image112.svg"/><Relationship Id="rId96" Type="http://schemas.openxmlformats.org/officeDocument/2006/relationships/image" Target="../media/image11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7.png"/><Relationship Id="rId23" Type="http://schemas.openxmlformats.org/officeDocument/2006/relationships/image" Target="../media/image44.svg"/><Relationship Id="rId28" Type="http://schemas.openxmlformats.org/officeDocument/2006/relationships/image" Target="../media/image49.png"/><Relationship Id="rId49" Type="http://schemas.openxmlformats.org/officeDocument/2006/relationships/image" Target="../media/image70.svg"/><Relationship Id="rId114" Type="http://schemas.openxmlformats.org/officeDocument/2006/relationships/image" Target="../media/image135.png"/><Relationship Id="rId119" Type="http://schemas.openxmlformats.org/officeDocument/2006/relationships/image" Target="../media/image140.svg"/><Relationship Id="rId44" Type="http://schemas.openxmlformats.org/officeDocument/2006/relationships/image" Target="../media/image65.png"/><Relationship Id="rId60" Type="http://schemas.openxmlformats.org/officeDocument/2006/relationships/image" Target="../media/image81.png"/><Relationship Id="rId65" Type="http://schemas.openxmlformats.org/officeDocument/2006/relationships/image" Target="../media/image86.svg"/><Relationship Id="rId81" Type="http://schemas.openxmlformats.org/officeDocument/2006/relationships/image" Target="../media/image102.svg"/><Relationship Id="rId86" Type="http://schemas.openxmlformats.org/officeDocument/2006/relationships/image" Target="../media/image107.png"/><Relationship Id="rId130" Type="http://schemas.openxmlformats.org/officeDocument/2006/relationships/image" Target="../media/image151.png"/><Relationship Id="rId13" Type="http://schemas.openxmlformats.org/officeDocument/2006/relationships/image" Target="../media/image34.svg"/><Relationship Id="rId18" Type="http://schemas.openxmlformats.org/officeDocument/2006/relationships/image" Target="../media/image39.png"/><Relationship Id="rId39" Type="http://schemas.openxmlformats.org/officeDocument/2006/relationships/image" Target="../media/image60.svg"/><Relationship Id="rId109" Type="http://schemas.openxmlformats.org/officeDocument/2006/relationships/image" Target="../media/image130.svg"/><Relationship Id="rId34" Type="http://schemas.openxmlformats.org/officeDocument/2006/relationships/image" Target="../media/image55.png"/><Relationship Id="rId50" Type="http://schemas.openxmlformats.org/officeDocument/2006/relationships/image" Target="../media/image71.png"/><Relationship Id="rId55" Type="http://schemas.openxmlformats.org/officeDocument/2006/relationships/image" Target="../media/image76.svg"/><Relationship Id="rId76" Type="http://schemas.openxmlformats.org/officeDocument/2006/relationships/image" Target="../media/image97.png"/><Relationship Id="rId97" Type="http://schemas.openxmlformats.org/officeDocument/2006/relationships/image" Target="../media/image118.svg"/><Relationship Id="rId104" Type="http://schemas.openxmlformats.org/officeDocument/2006/relationships/image" Target="../media/image125.png"/><Relationship Id="rId120" Type="http://schemas.openxmlformats.org/officeDocument/2006/relationships/image" Target="../media/image141.png"/><Relationship Id="rId125" Type="http://schemas.openxmlformats.org/officeDocument/2006/relationships/image" Target="../media/image146.svg"/><Relationship Id="rId7" Type="http://schemas.openxmlformats.org/officeDocument/2006/relationships/image" Target="../media/image28.svg"/><Relationship Id="rId71" Type="http://schemas.openxmlformats.org/officeDocument/2006/relationships/image" Target="../media/image92.svg"/><Relationship Id="rId92" Type="http://schemas.openxmlformats.org/officeDocument/2006/relationships/image" Target="../media/image113.png"/><Relationship Id="rId2" Type="http://schemas.openxmlformats.org/officeDocument/2006/relationships/image" Target="../media/image23.png"/><Relationship Id="rId29" Type="http://schemas.openxmlformats.org/officeDocument/2006/relationships/image" Target="../media/image50.svg"/><Relationship Id="rId24" Type="http://schemas.openxmlformats.org/officeDocument/2006/relationships/image" Target="../media/image45.png"/><Relationship Id="rId40" Type="http://schemas.openxmlformats.org/officeDocument/2006/relationships/image" Target="../media/image61.png"/><Relationship Id="rId45" Type="http://schemas.openxmlformats.org/officeDocument/2006/relationships/image" Target="../media/image66.svg"/><Relationship Id="rId66" Type="http://schemas.openxmlformats.org/officeDocument/2006/relationships/image" Target="../media/image87.png"/><Relationship Id="rId87" Type="http://schemas.openxmlformats.org/officeDocument/2006/relationships/image" Target="../media/image108.svg"/><Relationship Id="rId110" Type="http://schemas.openxmlformats.org/officeDocument/2006/relationships/image" Target="../media/image131.png"/><Relationship Id="rId115" Type="http://schemas.openxmlformats.org/officeDocument/2006/relationships/image" Target="../media/image136.svg"/><Relationship Id="rId131" Type="http://schemas.openxmlformats.org/officeDocument/2006/relationships/image" Target="../media/image152.svg"/><Relationship Id="rId61" Type="http://schemas.openxmlformats.org/officeDocument/2006/relationships/image" Target="../media/image82.svg"/><Relationship Id="rId82" Type="http://schemas.openxmlformats.org/officeDocument/2006/relationships/image" Target="../media/image103.png"/><Relationship Id="rId19" Type="http://schemas.openxmlformats.org/officeDocument/2006/relationships/image" Target="../media/image40.svg"/><Relationship Id="rId14" Type="http://schemas.openxmlformats.org/officeDocument/2006/relationships/image" Target="../media/image35.png"/><Relationship Id="rId30" Type="http://schemas.openxmlformats.org/officeDocument/2006/relationships/image" Target="../media/image51.png"/><Relationship Id="rId35" Type="http://schemas.openxmlformats.org/officeDocument/2006/relationships/image" Target="../media/image56.svg"/><Relationship Id="rId56" Type="http://schemas.openxmlformats.org/officeDocument/2006/relationships/image" Target="../media/image77.png"/><Relationship Id="rId77" Type="http://schemas.openxmlformats.org/officeDocument/2006/relationships/image" Target="../media/image98.svg"/><Relationship Id="rId100" Type="http://schemas.openxmlformats.org/officeDocument/2006/relationships/image" Target="../media/image121.png"/><Relationship Id="rId105" Type="http://schemas.openxmlformats.org/officeDocument/2006/relationships/image" Target="../media/image126.svg"/><Relationship Id="rId126" Type="http://schemas.openxmlformats.org/officeDocument/2006/relationships/image" Target="../media/image147.png"/><Relationship Id="rId8" Type="http://schemas.openxmlformats.org/officeDocument/2006/relationships/image" Target="../media/image29.png"/><Relationship Id="rId51" Type="http://schemas.openxmlformats.org/officeDocument/2006/relationships/image" Target="../media/image72.svg"/><Relationship Id="rId72" Type="http://schemas.openxmlformats.org/officeDocument/2006/relationships/image" Target="../media/image93.png"/><Relationship Id="rId93" Type="http://schemas.openxmlformats.org/officeDocument/2006/relationships/image" Target="../media/image114.svg"/><Relationship Id="rId98" Type="http://schemas.openxmlformats.org/officeDocument/2006/relationships/image" Target="../media/image119.png"/><Relationship Id="rId121" Type="http://schemas.openxmlformats.org/officeDocument/2006/relationships/image" Target="../media/image142.svg"/><Relationship Id="rId3" Type="http://schemas.openxmlformats.org/officeDocument/2006/relationships/image" Target="../media/image24.svg"/><Relationship Id="rId25" Type="http://schemas.openxmlformats.org/officeDocument/2006/relationships/image" Target="../media/image46.svg"/><Relationship Id="rId46" Type="http://schemas.openxmlformats.org/officeDocument/2006/relationships/image" Target="../media/image67.png"/><Relationship Id="rId67" Type="http://schemas.openxmlformats.org/officeDocument/2006/relationships/image" Target="../media/image88.svg"/><Relationship Id="rId116" Type="http://schemas.openxmlformats.org/officeDocument/2006/relationships/image" Target="../media/image137.png"/><Relationship Id="rId20" Type="http://schemas.openxmlformats.org/officeDocument/2006/relationships/image" Target="../media/image41.png"/><Relationship Id="rId41" Type="http://schemas.openxmlformats.org/officeDocument/2006/relationships/image" Target="../media/image62.svg"/><Relationship Id="rId62" Type="http://schemas.openxmlformats.org/officeDocument/2006/relationships/image" Target="../media/image83.png"/><Relationship Id="rId83" Type="http://schemas.openxmlformats.org/officeDocument/2006/relationships/image" Target="../media/image104.svg"/><Relationship Id="rId88" Type="http://schemas.openxmlformats.org/officeDocument/2006/relationships/image" Target="../media/image109.png"/><Relationship Id="rId111" Type="http://schemas.openxmlformats.org/officeDocument/2006/relationships/image" Target="../media/image132.svg"/><Relationship Id="rId132" Type="http://schemas.openxmlformats.org/officeDocument/2006/relationships/image" Target="../media/image153.png"/><Relationship Id="rId15" Type="http://schemas.openxmlformats.org/officeDocument/2006/relationships/image" Target="../media/image36.svg"/><Relationship Id="rId36" Type="http://schemas.openxmlformats.org/officeDocument/2006/relationships/image" Target="../media/image57.png"/><Relationship Id="rId57" Type="http://schemas.openxmlformats.org/officeDocument/2006/relationships/image" Target="../media/image78.svg"/><Relationship Id="rId106" Type="http://schemas.openxmlformats.org/officeDocument/2006/relationships/image" Target="../media/image127.png"/><Relationship Id="rId127" Type="http://schemas.openxmlformats.org/officeDocument/2006/relationships/image" Target="../media/image148.svg"/><Relationship Id="rId10" Type="http://schemas.openxmlformats.org/officeDocument/2006/relationships/image" Target="../media/image31.png"/><Relationship Id="rId31" Type="http://schemas.openxmlformats.org/officeDocument/2006/relationships/image" Target="../media/image52.svg"/><Relationship Id="rId52" Type="http://schemas.openxmlformats.org/officeDocument/2006/relationships/image" Target="../media/image73.png"/><Relationship Id="rId73" Type="http://schemas.openxmlformats.org/officeDocument/2006/relationships/image" Target="../media/image94.svg"/><Relationship Id="rId78" Type="http://schemas.openxmlformats.org/officeDocument/2006/relationships/image" Target="../media/image99.png"/><Relationship Id="rId94" Type="http://schemas.openxmlformats.org/officeDocument/2006/relationships/image" Target="../media/image115.png"/><Relationship Id="rId99" Type="http://schemas.openxmlformats.org/officeDocument/2006/relationships/image" Target="../media/image120.svg"/><Relationship Id="rId101" Type="http://schemas.openxmlformats.org/officeDocument/2006/relationships/image" Target="../media/image122.svg"/><Relationship Id="rId122" Type="http://schemas.openxmlformats.org/officeDocument/2006/relationships/image" Target="../media/image143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26" Type="http://schemas.openxmlformats.org/officeDocument/2006/relationships/image" Target="../media/image47.png"/><Relationship Id="rId47" Type="http://schemas.openxmlformats.org/officeDocument/2006/relationships/image" Target="../media/image68.svg"/><Relationship Id="rId68" Type="http://schemas.openxmlformats.org/officeDocument/2006/relationships/image" Target="../media/image89.png"/><Relationship Id="rId89" Type="http://schemas.openxmlformats.org/officeDocument/2006/relationships/image" Target="../media/image110.svg"/><Relationship Id="rId112" Type="http://schemas.openxmlformats.org/officeDocument/2006/relationships/image" Target="../media/image133.png"/><Relationship Id="rId133" Type="http://schemas.openxmlformats.org/officeDocument/2006/relationships/image" Target="../media/image154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hart" Target="../charts/chart3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DB119-D3AB-D49F-5418-44C3BA5AF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68C1C86-281E-0CF9-D91E-42D2DFEFC5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8943" y="2855665"/>
            <a:ext cx="6943333" cy="1509387"/>
          </a:xfrm>
        </p:spPr>
        <p:txBody>
          <a:bodyPr/>
          <a:lstStyle/>
          <a:p>
            <a:r>
              <a:rPr lang="en-GB" dirty="0"/>
              <a:t>Presentation </a:t>
            </a:r>
          </a:p>
          <a:p>
            <a:r>
              <a:rPr lang="en-GB" dirty="0"/>
              <a:t>Title goes here</a:t>
            </a:r>
            <a:endParaRPr lang="en-IN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565027E-35C0-54AF-A1FE-54E8A71589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8943" y="4385476"/>
            <a:ext cx="6962275" cy="539441"/>
          </a:xfrm>
        </p:spPr>
        <p:txBody>
          <a:bodyPr/>
          <a:lstStyle/>
          <a:p>
            <a:r>
              <a:rPr lang="en-GB"/>
              <a:t>Presentation subtitle goes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F0B3312-C7FB-1624-45D5-30D1706791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8943" y="5461111"/>
            <a:ext cx="5127057" cy="388051"/>
          </a:xfrm>
        </p:spPr>
        <p:txBody>
          <a:bodyPr/>
          <a:lstStyle/>
          <a:p>
            <a:r>
              <a:rPr lang="en-IN"/>
              <a:t>February 12,  2026</a:t>
            </a:r>
          </a:p>
        </p:txBody>
      </p:sp>
    </p:spTree>
    <p:extLst>
      <p:ext uri="{BB962C8B-B14F-4D97-AF65-F5344CB8AC3E}">
        <p14:creationId xmlns:p14="http://schemas.microsoft.com/office/powerpoint/2010/main" val="236092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B245-E2B4-5350-2E1E-A633AA0E6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E45C331-7743-2300-DA63-7E2E46AE58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Presentation </a:t>
            </a:r>
          </a:p>
          <a:p>
            <a:r>
              <a:rPr lang="en-GB" dirty="0"/>
              <a:t>Title goes here</a:t>
            </a:r>
            <a:endParaRPr lang="en-IN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13BC720-40E4-C4E1-6B67-4EA8B1A2F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Presentation subtitle goes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8A327D9-1876-17B8-D4EF-3F8976403C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/>
              <a:t>February 12,  2026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E9955A-3D70-4EB3-BB16-DD6293768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5450" y="3228469"/>
            <a:ext cx="632883" cy="33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E585-6C5B-7E13-6901-E7136C2A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B1E0463-EF45-4370-559A-53C44F2395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Presentation </a:t>
            </a:r>
          </a:p>
          <a:p>
            <a:r>
              <a:rPr lang="en-GB"/>
              <a:t>Title goes here</a:t>
            </a:r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8B76050-42B7-150C-2894-4471DE28A8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Presentation subtitle goes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3FBFE0-1AF0-F8E3-0E7E-9F8F756488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/>
              <a:t>February 12,  2026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1E40EDB-BE49-79A8-F52C-4DA5ECCD2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5450" y="3228469"/>
            <a:ext cx="632883" cy="33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5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725B1-80C4-7E66-1D11-6A22BD188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949BF9A-522B-34FC-2BD1-C4EFB59CA0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Presentation </a:t>
            </a:r>
          </a:p>
          <a:p>
            <a:r>
              <a:rPr lang="en-GB"/>
              <a:t>Title goes here</a:t>
            </a:r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AE4DE95-621B-CD9B-CE16-B100C52D6A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Presentation subtitle goes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8115EBE-DE4D-EA27-D1C0-BD36AEFD5F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/>
              <a:t>February 12, 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C821E0F-065B-6F28-1C97-7999E0D3D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3517" y="3787675"/>
            <a:ext cx="632883" cy="33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40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991D2-9C9E-EA95-09FB-634C5B0C2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808C34C-546B-B604-42BA-F7254B5D1C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Presentation </a:t>
            </a:r>
          </a:p>
          <a:p>
            <a:r>
              <a:rPr lang="en-GB"/>
              <a:t>Title goes here</a:t>
            </a:r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28152D1-8DBE-B8B9-18D4-25813C959A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Presentation subtitle goes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116CA90-C0DC-ADB9-6662-B9DA2639A1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/>
              <a:t>February 12,  2026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1264D96-C0DF-108F-1665-1C818D94C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2377" y="3792312"/>
            <a:ext cx="632883" cy="33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56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C7BBD-FAD6-13CC-D206-8D47B1E90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B83AFF4-B0ED-A56F-4373-E450A1F562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343" y="2597305"/>
            <a:ext cx="4796857" cy="1509387"/>
          </a:xfrm>
        </p:spPr>
        <p:txBody>
          <a:bodyPr/>
          <a:lstStyle/>
          <a:p>
            <a:r>
              <a:rPr lang="en-GB"/>
              <a:t>Presentation </a:t>
            </a:r>
          </a:p>
          <a:p>
            <a:r>
              <a:rPr lang="en-GB"/>
              <a:t>Title goes here</a:t>
            </a:r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1794493-5914-9DED-7C39-DD1497236C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0343" y="4127116"/>
            <a:ext cx="4796857" cy="539441"/>
          </a:xfrm>
        </p:spPr>
        <p:txBody>
          <a:bodyPr/>
          <a:lstStyle/>
          <a:p>
            <a:r>
              <a:rPr lang="en-GB" b="1"/>
              <a:t>Presentation subtitle goes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9A75F3B-E834-A695-2F83-A4312BEEE0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0343" y="5202751"/>
            <a:ext cx="5127057" cy="388051"/>
          </a:xfrm>
        </p:spPr>
        <p:txBody>
          <a:bodyPr/>
          <a:lstStyle/>
          <a:p>
            <a:r>
              <a:rPr lang="en-IN"/>
              <a:t>February 12,  2026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6CC56ED-1B56-0FA3-185A-AAC13BAD6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2377" y="4177904"/>
            <a:ext cx="632883" cy="33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18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B21C-E3DE-B1D7-E0CC-625142E79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CE716B-F86E-C55C-9C2F-847F0B949D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/>
              <a:t>Separator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89D23-461E-167E-6ACF-4F4DC86A5B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>
                <a:solidFill>
                  <a:srgbClr val="FF5E4F"/>
                </a:solidFill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09390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732A8-49F6-949B-A1BE-D9603D75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85547E-1354-E951-2C4E-7E56757B5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/>
              <a:t>Separator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25186-4EE5-A1CF-09BF-BE45351367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Click to edit Master subtitle style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3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3D34A-CA3E-AF5E-944D-4766C11E7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ED4CE7-B002-11EC-3F23-1D828B8452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/>
              <a:t>Separator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46AEC-FC29-9130-53F6-89A92930EE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Click to edit Master subtitle style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738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902A0-5765-E0F0-D0E0-52314B71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1DF2AF-83AC-603A-D320-122CC45875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/>
              <a:t>Separator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E3B7D-64B8-7DB9-10D7-8EC093B3BD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Click to edit Master subtitle style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942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1220B-607A-D004-8D2F-797CE4B8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FA7CB4F-E211-2A6D-07B5-6A7864DFE06F}"/>
              </a:ext>
            </a:extLst>
          </p:cNvPr>
          <p:cNvGrpSpPr/>
          <p:nvPr/>
        </p:nvGrpSpPr>
        <p:grpSpPr>
          <a:xfrm>
            <a:off x="6519617" y="1555772"/>
            <a:ext cx="5097953" cy="1971033"/>
            <a:chOff x="6361131" y="2499930"/>
            <a:chExt cx="5097953" cy="197103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9BD31F9-7E42-0B35-38D1-BF2F33C8DE0D}"/>
                </a:ext>
              </a:extLst>
            </p:cNvPr>
            <p:cNvGrpSpPr/>
            <p:nvPr/>
          </p:nvGrpSpPr>
          <p:grpSpPr>
            <a:xfrm rot="5400000">
              <a:off x="9082194" y="574310"/>
              <a:ext cx="446823" cy="4298065"/>
              <a:chOff x="1018404" y="1358898"/>
              <a:chExt cx="221381" cy="1971936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C155167-3526-D710-DDC5-88B6C3B2A549}"/>
                  </a:ext>
                </a:extLst>
              </p:cNvPr>
              <p:cNvSpPr/>
              <p:nvPr/>
            </p:nvSpPr>
            <p:spPr>
              <a:xfrm>
                <a:off x="1018404" y="2015355"/>
                <a:ext cx="221381" cy="221381"/>
              </a:xfrm>
              <a:prstGeom prst="rect">
                <a:avLst/>
              </a:prstGeom>
              <a:solidFill>
                <a:srgbClr val="83AD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27F3064D-6430-8202-6B76-794520058861}"/>
                  </a:ext>
                </a:extLst>
              </p:cNvPr>
              <p:cNvSpPr/>
              <p:nvPr/>
            </p:nvSpPr>
            <p:spPr>
              <a:xfrm>
                <a:off x="1018404" y="2234174"/>
                <a:ext cx="221381" cy="221381"/>
              </a:xfrm>
              <a:prstGeom prst="rect">
                <a:avLst/>
              </a:prstGeom>
              <a:solidFill>
                <a:srgbClr val="73A4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3F0F859-EA39-DE2F-97A9-272339E9AC0C}"/>
                  </a:ext>
                </a:extLst>
              </p:cNvPr>
              <p:cNvSpPr/>
              <p:nvPr/>
            </p:nvSpPr>
            <p:spPr>
              <a:xfrm>
                <a:off x="1018404" y="2452993"/>
                <a:ext cx="221381" cy="221381"/>
              </a:xfrm>
              <a:prstGeom prst="rect">
                <a:avLst/>
              </a:prstGeom>
              <a:solidFill>
                <a:srgbClr val="4E80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20A51D6-F573-AD79-F7A1-8A0287FAFCA1}"/>
                  </a:ext>
                </a:extLst>
              </p:cNvPr>
              <p:cNvSpPr/>
              <p:nvPr/>
            </p:nvSpPr>
            <p:spPr>
              <a:xfrm>
                <a:off x="1018404" y="2671812"/>
                <a:ext cx="221381" cy="221381"/>
              </a:xfrm>
              <a:prstGeom prst="rect">
                <a:avLst/>
              </a:prstGeom>
              <a:solidFill>
                <a:srgbClr val="37677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E6A63C9-0D19-F624-3CB6-269B65A233D9}"/>
                  </a:ext>
                </a:extLst>
              </p:cNvPr>
              <p:cNvSpPr/>
              <p:nvPr/>
            </p:nvSpPr>
            <p:spPr>
              <a:xfrm>
                <a:off x="1018404" y="2890631"/>
                <a:ext cx="221381" cy="221381"/>
              </a:xfrm>
              <a:prstGeom prst="rect">
                <a:avLst/>
              </a:prstGeom>
              <a:solidFill>
                <a:srgbClr val="224D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59B1250-3F72-B400-1E00-7B2F99DFCFE1}"/>
                  </a:ext>
                </a:extLst>
              </p:cNvPr>
              <p:cNvSpPr/>
              <p:nvPr/>
            </p:nvSpPr>
            <p:spPr>
              <a:xfrm>
                <a:off x="1018404" y="3109453"/>
                <a:ext cx="221381" cy="221381"/>
              </a:xfrm>
              <a:prstGeom prst="rect">
                <a:avLst/>
              </a:prstGeom>
              <a:solidFill>
                <a:srgbClr val="14344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297DC52-2901-675F-021E-E79058BEDE12}"/>
                  </a:ext>
                </a:extLst>
              </p:cNvPr>
              <p:cNvSpPr/>
              <p:nvPr/>
            </p:nvSpPr>
            <p:spPr>
              <a:xfrm>
                <a:off x="1018404" y="1796536"/>
                <a:ext cx="221381" cy="221381"/>
              </a:xfrm>
              <a:prstGeom prst="rect">
                <a:avLst/>
              </a:prstGeom>
              <a:solidFill>
                <a:srgbClr val="93B8C8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A1C616B-9054-B1B2-AAAD-C817B50193D9}"/>
                  </a:ext>
                </a:extLst>
              </p:cNvPr>
              <p:cNvSpPr/>
              <p:nvPr/>
            </p:nvSpPr>
            <p:spPr>
              <a:xfrm>
                <a:off x="1018404" y="1577717"/>
                <a:ext cx="221381" cy="221381"/>
              </a:xfrm>
              <a:prstGeom prst="rect">
                <a:avLst/>
              </a:prstGeom>
              <a:solidFill>
                <a:srgbClr val="A2C2D2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0FBAB8C-0973-ADAA-B52D-FDE783DB29CB}"/>
                  </a:ext>
                </a:extLst>
              </p:cNvPr>
              <p:cNvSpPr/>
              <p:nvPr/>
            </p:nvSpPr>
            <p:spPr>
              <a:xfrm>
                <a:off x="1018404" y="1358898"/>
                <a:ext cx="221381" cy="221381"/>
              </a:xfrm>
              <a:prstGeom prst="rect">
                <a:avLst/>
              </a:prstGeom>
              <a:solidFill>
                <a:srgbClr val="BCD3DE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465C3B5-A5D1-920C-688D-09F83641AD99}"/>
                </a:ext>
              </a:extLst>
            </p:cNvPr>
            <p:cNvGrpSpPr/>
            <p:nvPr/>
          </p:nvGrpSpPr>
          <p:grpSpPr>
            <a:xfrm rot="5400000">
              <a:off x="9082194" y="1080557"/>
              <a:ext cx="446822" cy="4298067"/>
              <a:chOff x="1018404" y="1358898"/>
              <a:chExt cx="221381" cy="1971936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C97800C5-3065-6F03-AAF9-7738F367D92A}"/>
                  </a:ext>
                </a:extLst>
              </p:cNvPr>
              <p:cNvSpPr/>
              <p:nvPr/>
            </p:nvSpPr>
            <p:spPr>
              <a:xfrm>
                <a:off x="1018404" y="2015355"/>
                <a:ext cx="221381" cy="221381"/>
              </a:xfrm>
              <a:prstGeom prst="rect">
                <a:avLst/>
              </a:prstGeom>
              <a:solidFill>
                <a:srgbClr val="563B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DF8B42A-A066-6B38-AB57-52F26729AB49}"/>
                  </a:ext>
                </a:extLst>
              </p:cNvPr>
              <p:cNvSpPr/>
              <p:nvPr/>
            </p:nvSpPr>
            <p:spPr>
              <a:xfrm>
                <a:off x="1018404" y="2234174"/>
                <a:ext cx="221381" cy="221381"/>
              </a:xfrm>
              <a:prstGeom prst="rect">
                <a:avLst/>
              </a:prstGeom>
              <a:solidFill>
                <a:srgbClr val="4426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B65A189-296D-73CF-2AF7-FDCDFE682076}"/>
                  </a:ext>
                </a:extLst>
              </p:cNvPr>
              <p:cNvSpPr/>
              <p:nvPr/>
            </p:nvSpPr>
            <p:spPr>
              <a:xfrm>
                <a:off x="1018404" y="2452993"/>
                <a:ext cx="221381" cy="221381"/>
              </a:xfrm>
              <a:prstGeom prst="rect">
                <a:avLst/>
              </a:prstGeom>
              <a:solidFill>
                <a:srgbClr val="2A0D5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83724C9-D05B-9EE0-FBB5-09ACA0E7002E}"/>
                  </a:ext>
                </a:extLst>
              </p:cNvPr>
              <p:cNvSpPr/>
              <p:nvPr/>
            </p:nvSpPr>
            <p:spPr>
              <a:xfrm>
                <a:off x="1018404" y="2671812"/>
                <a:ext cx="221381" cy="221381"/>
              </a:xfrm>
              <a:prstGeom prst="rect">
                <a:avLst/>
              </a:prstGeom>
              <a:solidFill>
                <a:srgbClr val="1201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6BC3EEC7-7558-8DB1-9969-0FE23A984DA6}"/>
                  </a:ext>
                </a:extLst>
              </p:cNvPr>
              <p:cNvSpPr/>
              <p:nvPr/>
            </p:nvSpPr>
            <p:spPr>
              <a:xfrm>
                <a:off x="1018404" y="2890631"/>
                <a:ext cx="221381" cy="221381"/>
              </a:xfrm>
              <a:prstGeom prst="rect">
                <a:avLst/>
              </a:prstGeom>
              <a:solidFill>
                <a:srgbClr val="00002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E0398CC5-29AC-ADC5-4A49-8A28B1405AC6}"/>
                  </a:ext>
                </a:extLst>
              </p:cNvPr>
              <p:cNvSpPr/>
              <p:nvPr/>
            </p:nvSpPr>
            <p:spPr>
              <a:xfrm>
                <a:off x="1018404" y="3109453"/>
                <a:ext cx="221381" cy="221381"/>
              </a:xfrm>
              <a:prstGeom prst="rect">
                <a:avLst/>
              </a:prstGeom>
              <a:solidFill>
                <a:srgbClr val="00000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B0CE025-7F74-2B0C-4AED-9F90CB27ABA1}"/>
                  </a:ext>
                </a:extLst>
              </p:cNvPr>
              <p:cNvSpPr/>
              <p:nvPr/>
            </p:nvSpPr>
            <p:spPr>
              <a:xfrm>
                <a:off x="1018404" y="1796536"/>
                <a:ext cx="221381" cy="221381"/>
              </a:xfrm>
              <a:prstGeom prst="rect">
                <a:avLst/>
              </a:prstGeom>
              <a:solidFill>
                <a:srgbClr val="69518E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B403B7A-E2E5-4E51-87E8-205F434DB96A}"/>
                  </a:ext>
                </a:extLst>
              </p:cNvPr>
              <p:cNvSpPr/>
              <p:nvPr/>
            </p:nvSpPr>
            <p:spPr>
              <a:xfrm>
                <a:off x="1018404" y="1577717"/>
                <a:ext cx="221381" cy="221381"/>
              </a:xfrm>
              <a:prstGeom prst="rect">
                <a:avLst/>
              </a:prstGeom>
              <a:solidFill>
                <a:srgbClr val="7B6799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E4688651-FFBC-F43E-156D-A13EBCE5549C}"/>
                  </a:ext>
                </a:extLst>
              </p:cNvPr>
              <p:cNvSpPr/>
              <p:nvPr/>
            </p:nvSpPr>
            <p:spPr>
              <a:xfrm>
                <a:off x="1018404" y="1358898"/>
                <a:ext cx="221381" cy="221381"/>
              </a:xfrm>
              <a:prstGeom prst="rect">
                <a:avLst/>
              </a:prstGeom>
              <a:solidFill>
                <a:srgbClr val="8E7DAA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136364C-CF08-D95E-D140-1F480463C71F}"/>
                </a:ext>
              </a:extLst>
            </p:cNvPr>
            <p:cNvGrpSpPr/>
            <p:nvPr/>
          </p:nvGrpSpPr>
          <p:grpSpPr>
            <a:xfrm rot="5400000">
              <a:off x="9086640" y="1586806"/>
              <a:ext cx="446821" cy="4298067"/>
              <a:chOff x="1018404" y="1358898"/>
              <a:chExt cx="221381" cy="1971936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F81D30B-63B8-EE20-E3C9-46F92D82AAF3}"/>
                  </a:ext>
                </a:extLst>
              </p:cNvPr>
              <p:cNvSpPr/>
              <p:nvPr/>
            </p:nvSpPr>
            <p:spPr>
              <a:xfrm>
                <a:off x="1018404" y="2015355"/>
                <a:ext cx="221381" cy="221381"/>
              </a:xfrm>
              <a:prstGeom prst="rect">
                <a:avLst/>
              </a:prstGeom>
              <a:solidFill>
                <a:srgbClr val="F9F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424FFB73-3D05-E883-B443-D8AEFDED7D45}"/>
                  </a:ext>
                </a:extLst>
              </p:cNvPr>
              <p:cNvSpPr/>
              <p:nvPr/>
            </p:nvSpPr>
            <p:spPr>
              <a:xfrm>
                <a:off x="1018404" y="2234174"/>
                <a:ext cx="221381" cy="221381"/>
              </a:xfrm>
              <a:prstGeom prst="rect">
                <a:avLst/>
              </a:prstGeom>
              <a:solidFill>
                <a:srgbClr val="EAEF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65A8B84-3321-0DA1-A8FB-9164F8AF0B60}"/>
                  </a:ext>
                </a:extLst>
              </p:cNvPr>
              <p:cNvSpPr/>
              <p:nvPr/>
            </p:nvSpPr>
            <p:spPr>
              <a:xfrm>
                <a:off x="1018404" y="2452993"/>
                <a:ext cx="221381" cy="221381"/>
              </a:xfrm>
              <a:prstGeom prst="rect">
                <a:avLst/>
              </a:prstGeom>
              <a:solidFill>
                <a:srgbClr val="DFE6B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40D7DC6F-22CC-1C6E-843C-66209E9C66D0}"/>
                  </a:ext>
                </a:extLst>
              </p:cNvPr>
              <p:cNvSpPr/>
              <p:nvPr/>
            </p:nvSpPr>
            <p:spPr>
              <a:xfrm>
                <a:off x="1018404" y="2671812"/>
                <a:ext cx="221381" cy="221381"/>
              </a:xfrm>
              <a:prstGeom prst="rect">
                <a:avLst/>
              </a:prstGeom>
              <a:solidFill>
                <a:srgbClr val="C5CC9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194804A3-8409-76EA-8FFF-02B0E99D40EA}"/>
                  </a:ext>
                </a:extLst>
              </p:cNvPr>
              <p:cNvSpPr/>
              <p:nvPr/>
            </p:nvSpPr>
            <p:spPr>
              <a:xfrm>
                <a:off x="1018404" y="2890631"/>
                <a:ext cx="221381" cy="221381"/>
              </a:xfrm>
              <a:prstGeom prst="rect">
                <a:avLst/>
              </a:prstGeom>
              <a:solidFill>
                <a:srgbClr val="ACB28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26A2686-24BF-0E0C-2340-FD0E057E5FE8}"/>
                  </a:ext>
                </a:extLst>
              </p:cNvPr>
              <p:cNvSpPr/>
              <p:nvPr/>
            </p:nvSpPr>
            <p:spPr>
              <a:xfrm>
                <a:off x="1018404" y="3109453"/>
                <a:ext cx="221381" cy="221381"/>
              </a:xfrm>
              <a:prstGeom prst="rect">
                <a:avLst/>
              </a:prstGeom>
              <a:solidFill>
                <a:srgbClr val="929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B3D96B7-3541-BEC0-2C88-9DF81C0E40DF}"/>
                  </a:ext>
                </a:extLst>
              </p:cNvPr>
              <p:cNvSpPr/>
              <p:nvPr/>
            </p:nvSpPr>
            <p:spPr>
              <a:xfrm>
                <a:off x="1018404" y="1796536"/>
                <a:ext cx="221381" cy="221381"/>
              </a:xfrm>
              <a:prstGeom prst="rect">
                <a:avLst/>
              </a:prstGeom>
              <a:solidFill>
                <a:srgbClr val="FAFED2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B8C011E1-F0A8-C3D9-B8A2-B5194BDE2C65}"/>
                  </a:ext>
                </a:extLst>
              </p:cNvPr>
              <p:cNvSpPr/>
              <p:nvPr/>
            </p:nvSpPr>
            <p:spPr>
              <a:xfrm>
                <a:off x="1018404" y="1577717"/>
                <a:ext cx="221381" cy="221381"/>
              </a:xfrm>
              <a:prstGeom prst="rect">
                <a:avLst/>
              </a:prstGeom>
              <a:solidFill>
                <a:srgbClr val="FCFFDC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50EF38F-B6F7-AA2F-27EE-61873149787B}"/>
                  </a:ext>
                </a:extLst>
              </p:cNvPr>
              <p:cNvSpPr/>
              <p:nvPr/>
            </p:nvSpPr>
            <p:spPr>
              <a:xfrm>
                <a:off x="1018404" y="1358898"/>
                <a:ext cx="221381" cy="221381"/>
              </a:xfrm>
              <a:prstGeom prst="rect">
                <a:avLst/>
              </a:prstGeom>
              <a:solidFill>
                <a:srgbClr val="FDFFE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EEEDF85-160B-CC83-B012-8B42CD57FCC3}"/>
                </a:ext>
              </a:extLst>
            </p:cNvPr>
            <p:cNvGrpSpPr/>
            <p:nvPr/>
          </p:nvGrpSpPr>
          <p:grpSpPr>
            <a:xfrm rot="5400000">
              <a:off x="9082193" y="2098516"/>
              <a:ext cx="446822" cy="4298067"/>
              <a:chOff x="1018404" y="1358898"/>
              <a:chExt cx="221381" cy="1971936"/>
            </a:xfrm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CB964B71-E984-7B33-BF6B-95FA67B0082D}"/>
                  </a:ext>
                </a:extLst>
              </p:cNvPr>
              <p:cNvSpPr/>
              <p:nvPr/>
            </p:nvSpPr>
            <p:spPr>
              <a:xfrm>
                <a:off x="1018404" y="2015355"/>
                <a:ext cx="221381" cy="221381"/>
              </a:xfrm>
              <a:prstGeom prst="rect">
                <a:avLst/>
              </a:prstGeom>
              <a:solidFill>
                <a:srgbClr val="4E76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D9A00F03-97C4-22EE-7AA6-8F52FEDDDF24}"/>
                  </a:ext>
                </a:extLst>
              </p:cNvPr>
              <p:cNvSpPr/>
              <p:nvPr/>
            </p:nvSpPr>
            <p:spPr>
              <a:xfrm>
                <a:off x="1018404" y="2234174"/>
                <a:ext cx="221381" cy="221381"/>
              </a:xfrm>
              <a:prstGeom prst="rect">
                <a:avLst/>
              </a:prstGeom>
              <a:solidFill>
                <a:srgbClr val="426E4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93966EC3-5D43-6D5E-82CD-5B708F9DE905}"/>
                  </a:ext>
                </a:extLst>
              </p:cNvPr>
              <p:cNvSpPr/>
              <p:nvPr/>
            </p:nvSpPr>
            <p:spPr>
              <a:xfrm>
                <a:off x="1018404" y="2452993"/>
                <a:ext cx="221381" cy="221381"/>
              </a:xfrm>
              <a:prstGeom prst="rect">
                <a:avLst/>
              </a:prstGeom>
              <a:solidFill>
                <a:srgbClr val="2B543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AACDF5A0-73FD-DEE1-0904-7DE45CBC09F5}"/>
                  </a:ext>
                </a:extLst>
              </p:cNvPr>
              <p:cNvSpPr/>
              <p:nvPr/>
            </p:nvSpPr>
            <p:spPr>
              <a:xfrm>
                <a:off x="1018404" y="2671812"/>
                <a:ext cx="221381" cy="221381"/>
              </a:xfrm>
              <a:prstGeom prst="rect">
                <a:avLst/>
              </a:prstGeom>
              <a:solidFill>
                <a:srgbClr val="183E1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F8C2A5C-373B-B28B-658F-43FEC88EED9D}"/>
                  </a:ext>
                </a:extLst>
              </p:cNvPr>
              <p:cNvSpPr/>
              <p:nvPr/>
            </p:nvSpPr>
            <p:spPr>
              <a:xfrm>
                <a:off x="1018404" y="2890631"/>
                <a:ext cx="221381" cy="221381"/>
              </a:xfrm>
              <a:prstGeom prst="rect">
                <a:avLst/>
              </a:prstGeom>
              <a:solidFill>
                <a:srgbClr val="0A240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359065A2-1A36-9C0E-1AC7-D9C664C6AFE2}"/>
                  </a:ext>
                </a:extLst>
              </p:cNvPr>
              <p:cNvSpPr/>
              <p:nvPr/>
            </p:nvSpPr>
            <p:spPr>
              <a:xfrm>
                <a:off x="1018404" y="3109453"/>
                <a:ext cx="221381" cy="221381"/>
              </a:xfrm>
              <a:prstGeom prst="rect">
                <a:avLst/>
              </a:prstGeom>
              <a:solidFill>
                <a:srgbClr val="030E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B55B7C5A-6020-DADF-881B-F31F0D128D93}"/>
                  </a:ext>
                </a:extLst>
              </p:cNvPr>
              <p:cNvSpPr/>
              <p:nvPr/>
            </p:nvSpPr>
            <p:spPr>
              <a:xfrm>
                <a:off x="1018404" y="1796536"/>
                <a:ext cx="221381" cy="221381"/>
              </a:xfrm>
              <a:prstGeom prst="rect">
                <a:avLst/>
              </a:prstGeom>
              <a:solidFill>
                <a:srgbClr val="62866B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ABD915E1-46FF-1963-9370-BA32138C96BE}"/>
                  </a:ext>
                </a:extLst>
              </p:cNvPr>
              <p:cNvSpPr/>
              <p:nvPr/>
            </p:nvSpPr>
            <p:spPr>
              <a:xfrm>
                <a:off x="1018404" y="1577717"/>
                <a:ext cx="221381" cy="221381"/>
              </a:xfrm>
              <a:prstGeom prst="rect">
                <a:avLst/>
              </a:prstGeom>
              <a:solidFill>
                <a:srgbClr val="6C8A75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EEB61E5-A0DD-A2C8-FB7C-CC36F582678E}"/>
                  </a:ext>
                </a:extLst>
              </p:cNvPr>
              <p:cNvSpPr/>
              <p:nvPr/>
            </p:nvSpPr>
            <p:spPr>
              <a:xfrm>
                <a:off x="1018404" y="1358898"/>
                <a:ext cx="221381" cy="221381"/>
              </a:xfrm>
              <a:prstGeom prst="rect">
                <a:avLst/>
              </a:prstGeom>
              <a:solidFill>
                <a:srgbClr val="89A692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1D62897-1C69-12A1-F542-8469F013D3D6}"/>
                </a:ext>
              </a:extLst>
            </p:cNvPr>
            <p:cNvSpPr/>
            <p:nvPr/>
          </p:nvSpPr>
          <p:spPr>
            <a:xfrm>
              <a:off x="6361131" y="3006180"/>
              <a:ext cx="487967" cy="446822"/>
            </a:xfrm>
            <a:prstGeom prst="rect">
              <a:avLst/>
            </a:prstGeom>
            <a:solidFill>
              <a:srgbClr val="4426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8DB4E3F-4686-5A01-3A3A-BC7C5E53151C}"/>
                </a:ext>
              </a:extLst>
            </p:cNvPr>
            <p:cNvSpPr/>
            <p:nvPr/>
          </p:nvSpPr>
          <p:spPr>
            <a:xfrm>
              <a:off x="6361131" y="3515159"/>
              <a:ext cx="485896" cy="446823"/>
            </a:xfrm>
            <a:prstGeom prst="rect">
              <a:avLst/>
            </a:prstGeom>
            <a:solidFill>
              <a:srgbClr val="F9FFCE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4F96538-E151-1D90-52E8-6B4E5B7160A8}"/>
                </a:ext>
              </a:extLst>
            </p:cNvPr>
            <p:cNvSpPr/>
            <p:nvPr/>
          </p:nvSpPr>
          <p:spPr>
            <a:xfrm>
              <a:off x="6361131" y="2499930"/>
              <a:ext cx="485896" cy="446822"/>
            </a:xfrm>
            <a:prstGeom prst="rect">
              <a:avLst/>
            </a:prstGeom>
            <a:solidFill>
              <a:srgbClr val="8AB5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467E9A2-045B-3520-A6E8-CFBC0810D4BB}"/>
                </a:ext>
              </a:extLst>
            </p:cNvPr>
            <p:cNvSpPr/>
            <p:nvPr/>
          </p:nvSpPr>
          <p:spPr>
            <a:xfrm>
              <a:off x="6361131" y="4024140"/>
              <a:ext cx="485896" cy="446823"/>
            </a:xfrm>
            <a:prstGeom prst="rect">
              <a:avLst/>
            </a:prstGeom>
            <a:solidFill>
              <a:srgbClr val="426D4B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F296CCD-992B-052A-0A64-D0ECD7FF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Colour Palette + Font</a:t>
            </a:r>
            <a:endParaRPr lang="en-IN"/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06507C29-9AF6-C59A-371A-2CD14FD9C5C7}"/>
              </a:ext>
            </a:extLst>
          </p:cNvPr>
          <p:cNvSpPr txBox="1">
            <a:spLocks/>
          </p:cNvSpPr>
          <p:nvPr/>
        </p:nvSpPr>
        <p:spPr>
          <a:xfrm>
            <a:off x="533398" y="914010"/>
            <a:ext cx="3695701" cy="444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rgbClr val="1A1A1A"/>
                </a:solidFill>
                <a:latin typeface="Source Sans Pro" panose="020B0503030403020204" pitchFamily="34" charset="77"/>
                <a:ea typeface="+mj-ea"/>
                <a:cs typeface="+mj-cs"/>
              </a:defRPr>
            </a:lvl1pPr>
          </a:lstStyle>
          <a:p>
            <a:r>
              <a:rPr lang="en-GB" sz="2000">
                <a:latin typeface="ES Klarheit Grotesk" pitchFamily="2" charset="0"/>
                <a:ea typeface="ES Klarheit Grotesk" pitchFamily="2" charset="0"/>
              </a:rPr>
              <a:t>Primary </a:t>
            </a:r>
            <a:r>
              <a:rPr lang="en-GB" sz="2000" err="1">
                <a:latin typeface="ES Klarheit Grotesk" pitchFamily="2" charset="0"/>
                <a:ea typeface="ES Klarheit Grotesk" pitchFamily="2" charset="0"/>
              </a:rPr>
              <a:t>Color</a:t>
            </a:r>
            <a:endParaRPr lang="en-IN" sz="2000">
              <a:latin typeface="ES Klarheit Grotesk" pitchFamily="2" charset="0"/>
              <a:ea typeface="ES Klarheit Grotesk" pitchFamily="2" charset="0"/>
            </a:endParaRPr>
          </a:p>
        </p:txBody>
      </p:sp>
      <p:sp>
        <p:nvSpPr>
          <p:cNvPr id="33" name="Title 4">
            <a:extLst>
              <a:ext uri="{FF2B5EF4-FFF2-40B4-BE49-F238E27FC236}">
                <a16:creationId xmlns:a16="http://schemas.microsoft.com/office/drawing/2014/main" id="{E3CE1CE3-4450-BD74-AAE5-25FDE7EAEBE1}"/>
              </a:ext>
            </a:extLst>
          </p:cNvPr>
          <p:cNvSpPr txBox="1">
            <a:spLocks/>
          </p:cNvSpPr>
          <p:nvPr/>
        </p:nvSpPr>
        <p:spPr>
          <a:xfrm>
            <a:off x="6475799" y="914010"/>
            <a:ext cx="3695701" cy="444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rgbClr val="1A1A1A"/>
                </a:solidFill>
                <a:latin typeface="Source Sans Pro" panose="020B0503030403020204" pitchFamily="34" charset="77"/>
                <a:ea typeface="+mj-ea"/>
                <a:cs typeface="+mj-cs"/>
              </a:defRPr>
            </a:lvl1pPr>
          </a:lstStyle>
          <a:p>
            <a:r>
              <a:rPr lang="en-GB" sz="2000">
                <a:latin typeface="ES Klarheit Grotesk" pitchFamily="2" charset="0"/>
                <a:ea typeface="ES Klarheit Grotesk" pitchFamily="2" charset="0"/>
              </a:rPr>
              <a:t>Secondary </a:t>
            </a:r>
            <a:r>
              <a:rPr lang="en-GB" sz="2000" err="1">
                <a:latin typeface="ES Klarheit Grotesk" pitchFamily="2" charset="0"/>
                <a:ea typeface="ES Klarheit Grotesk" pitchFamily="2" charset="0"/>
              </a:rPr>
              <a:t>Color</a:t>
            </a:r>
            <a:endParaRPr lang="en-IN" sz="2000">
              <a:latin typeface="ES Klarheit Grotesk" pitchFamily="2" charset="0"/>
              <a:ea typeface="ES Klarheit Grotesk" pitchFamily="2" charset="0"/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52B25B0-C1AC-190C-CB60-F16D03435DAD}"/>
              </a:ext>
            </a:extLst>
          </p:cNvPr>
          <p:cNvGrpSpPr/>
          <p:nvPr/>
        </p:nvGrpSpPr>
        <p:grpSpPr>
          <a:xfrm>
            <a:off x="591255" y="1555772"/>
            <a:ext cx="5124948" cy="1462052"/>
            <a:chOff x="3359746" y="1833980"/>
            <a:chExt cx="5591042" cy="15950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0BF850-FB6B-FB5C-9E33-79D1C1FDF0E0}"/>
                </a:ext>
              </a:extLst>
            </p:cNvPr>
            <p:cNvSpPr/>
            <p:nvPr/>
          </p:nvSpPr>
          <p:spPr>
            <a:xfrm>
              <a:off x="3359746" y="2386271"/>
              <a:ext cx="532346" cy="487459"/>
            </a:xfrm>
            <a:prstGeom prst="rect">
              <a:avLst/>
            </a:pr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413705-80C7-8594-9378-E5189C5A60D0}"/>
                </a:ext>
              </a:extLst>
            </p:cNvPr>
            <p:cNvSpPr/>
            <p:nvPr/>
          </p:nvSpPr>
          <p:spPr>
            <a:xfrm>
              <a:off x="3359746" y="2941540"/>
              <a:ext cx="530086" cy="48746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1DEF9D-6A18-F541-E976-A73574C9342C}"/>
                </a:ext>
              </a:extLst>
            </p:cNvPr>
            <p:cNvSpPr/>
            <p:nvPr/>
          </p:nvSpPr>
          <p:spPr>
            <a:xfrm>
              <a:off x="3359746" y="1833980"/>
              <a:ext cx="530086" cy="487459"/>
            </a:xfrm>
            <a:prstGeom prst="rect">
              <a:avLst/>
            </a:prstGeom>
            <a:solidFill>
              <a:srgbClr val="FF5E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31A43E1-6F00-2D34-C69E-254360C6C60E}"/>
                </a:ext>
              </a:extLst>
            </p:cNvPr>
            <p:cNvGrpSpPr/>
            <p:nvPr/>
          </p:nvGrpSpPr>
          <p:grpSpPr>
            <a:xfrm rot="5400000">
              <a:off x="6346207" y="269153"/>
              <a:ext cx="487460" cy="4721693"/>
              <a:chOff x="1018404" y="1358898"/>
              <a:chExt cx="221381" cy="1971936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C12F75D-3118-134D-C0C8-F66AAAF40970}"/>
                  </a:ext>
                </a:extLst>
              </p:cNvPr>
              <p:cNvSpPr/>
              <p:nvPr/>
            </p:nvSpPr>
            <p:spPr>
              <a:xfrm>
                <a:off x="1018404" y="2015355"/>
                <a:ext cx="221381" cy="221381"/>
              </a:xfrm>
              <a:prstGeom prst="rect">
                <a:avLst/>
              </a:prstGeom>
              <a:solidFill>
                <a:srgbClr val="C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D402BC2-B82C-60B1-D053-61ABC1F3DA6C}"/>
                  </a:ext>
                </a:extLst>
              </p:cNvPr>
              <p:cNvSpPr/>
              <p:nvPr/>
            </p:nvSpPr>
            <p:spPr>
              <a:xfrm>
                <a:off x="1018404" y="2234174"/>
                <a:ext cx="221381" cy="221381"/>
              </a:xfrm>
              <a:prstGeom prst="rect">
                <a:avLst/>
              </a:prstGeom>
              <a:solidFill>
                <a:srgbClr val="C1C1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145D024-55FB-C52B-0F87-0955BF7638C3}"/>
                  </a:ext>
                </a:extLst>
              </p:cNvPr>
              <p:cNvSpPr/>
              <p:nvPr/>
            </p:nvSpPr>
            <p:spPr>
              <a:xfrm>
                <a:off x="1018404" y="2452993"/>
                <a:ext cx="221381" cy="221381"/>
              </a:xfrm>
              <a:prstGeom prst="rect">
                <a:avLst/>
              </a:prstGeom>
              <a:solidFill>
                <a:srgbClr val="8E8E8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77546D-7349-B097-8F8E-495451DECF49}"/>
                  </a:ext>
                </a:extLst>
              </p:cNvPr>
              <p:cNvSpPr/>
              <p:nvPr/>
            </p:nvSpPr>
            <p:spPr>
              <a:xfrm>
                <a:off x="1018404" y="2671812"/>
                <a:ext cx="221381" cy="221381"/>
              </a:xfrm>
              <a:prstGeom prst="rect">
                <a:avLst/>
              </a:prstGeom>
              <a:solidFill>
                <a:srgbClr val="5B5B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34B2D5F-353C-B043-FE6F-557C1CA08BFB}"/>
                  </a:ext>
                </a:extLst>
              </p:cNvPr>
              <p:cNvSpPr/>
              <p:nvPr/>
            </p:nvSpPr>
            <p:spPr>
              <a:xfrm>
                <a:off x="1018404" y="2890631"/>
                <a:ext cx="221381" cy="221381"/>
              </a:xfrm>
              <a:prstGeom prst="rect">
                <a:avLst/>
              </a:prstGeom>
              <a:solidFill>
                <a:srgbClr val="31313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D3D62DF-D149-0B5B-98E3-2301F322463F}"/>
                  </a:ext>
                </a:extLst>
              </p:cNvPr>
              <p:cNvSpPr/>
              <p:nvPr/>
            </p:nvSpPr>
            <p:spPr>
              <a:xfrm>
                <a:off x="1018404" y="3109453"/>
                <a:ext cx="221381" cy="221381"/>
              </a:xfrm>
              <a:prstGeom prst="rect">
                <a:avLst/>
              </a:prstGeom>
              <a:solidFill>
                <a:srgbClr val="2828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2964A29-2AD0-B9E8-1E30-413CB48C5764}"/>
                  </a:ext>
                </a:extLst>
              </p:cNvPr>
              <p:cNvSpPr/>
              <p:nvPr/>
            </p:nvSpPr>
            <p:spPr>
              <a:xfrm>
                <a:off x="1018404" y="1796536"/>
                <a:ext cx="221381" cy="221381"/>
              </a:xfrm>
              <a:prstGeom prst="rect">
                <a:avLst/>
              </a:prstGeom>
              <a:solidFill>
                <a:srgbClr val="DADADA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AF98CF3-71FB-3067-6E6C-39D61E3D5F47}"/>
                  </a:ext>
                </a:extLst>
              </p:cNvPr>
              <p:cNvSpPr/>
              <p:nvPr/>
            </p:nvSpPr>
            <p:spPr>
              <a:xfrm>
                <a:off x="1018404" y="1577717"/>
                <a:ext cx="221381" cy="221381"/>
              </a:xfrm>
              <a:prstGeom prst="rect">
                <a:avLst/>
              </a:prstGeom>
              <a:solidFill>
                <a:srgbClr val="ECECEC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B642D47-B9E9-9331-E6ED-543B6BF95C8C}"/>
                  </a:ext>
                </a:extLst>
              </p:cNvPr>
              <p:cNvSpPr/>
              <p:nvPr/>
            </p:nvSpPr>
            <p:spPr>
              <a:xfrm>
                <a:off x="1018404" y="1358898"/>
                <a:ext cx="221381" cy="221381"/>
              </a:xfrm>
              <a:prstGeom prst="rect">
                <a:avLst/>
              </a:prstGeom>
              <a:solidFill>
                <a:srgbClr val="F9F9F9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CF17376-9B6F-BF23-083B-689EE69B7F7B}"/>
                </a:ext>
              </a:extLst>
            </p:cNvPr>
            <p:cNvGrpSpPr/>
            <p:nvPr/>
          </p:nvGrpSpPr>
          <p:grpSpPr>
            <a:xfrm rot="5400000">
              <a:off x="6346210" y="-283139"/>
              <a:ext cx="487458" cy="4721698"/>
              <a:chOff x="1018404" y="1358898"/>
              <a:chExt cx="221381" cy="1971936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64A8708-00DE-2AD8-4823-4A60F25BD17B}"/>
                  </a:ext>
                </a:extLst>
              </p:cNvPr>
              <p:cNvSpPr/>
              <p:nvPr/>
            </p:nvSpPr>
            <p:spPr>
              <a:xfrm>
                <a:off x="1018404" y="2015355"/>
                <a:ext cx="221381" cy="221381"/>
              </a:xfrm>
              <a:prstGeom prst="rect">
                <a:avLst/>
              </a:prstGeom>
              <a:solidFill>
                <a:srgbClr val="EC77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1E03476-2714-1F4F-36B6-1C82DDF5F3A5}"/>
                  </a:ext>
                </a:extLst>
              </p:cNvPr>
              <p:cNvSpPr/>
              <p:nvPr/>
            </p:nvSpPr>
            <p:spPr>
              <a:xfrm>
                <a:off x="1018404" y="2234174"/>
                <a:ext cx="221381" cy="221381"/>
              </a:xfrm>
              <a:prstGeom prst="rect">
                <a:avLst/>
              </a:prstGeom>
              <a:solidFill>
                <a:srgbClr val="FF5E4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4351843-F203-5A69-5E58-F14F09D2CA82}"/>
                  </a:ext>
                </a:extLst>
              </p:cNvPr>
              <p:cNvSpPr/>
              <p:nvPr/>
            </p:nvSpPr>
            <p:spPr>
              <a:xfrm>
                <a:off x="1018404" y="2452993"/>
                <a:ext cx="221381" cy="221381"/>
              </a:xfrm>
              <a:prstGeom prst="rect">
                <a:avLst/>
              </a:prstGeom>
              <a:solidFill>
                <a:srgbClr val="D452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E804E91-7EFC-30E7-5B02-4D04044123DE}"/>
                  </a:ext>
                </a:extLst>
              </p:cNvPr>
              <p:cNvSpPr/>
              <p:nvPr/>
            </p:nvSpPr>
            <p:spPr>
              <a:xfrm>
                <a:off x="1018404" y="2671812"/>
                <a:ext cx="221381" cy="221381"/>
              </a:xfrm>
              <a:prstGeom prst="rect">
                <a:avLst/>
              </a:prstGeom>
              <a:solidFill>
                <a:srgbClr val="BB3B2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647CF9C-7D18-5AF9-D008-A87817981954}"/>
                  </a:ext>
                </a:extLst>
              </p:cNvPr>
              <p:cNvSpPr/>
              <p:nvPr/>
            </p:nvSpPr>
            <p:spPr>
              <a:xfrm>
                <a:off x="1018404" y="2890631"/>
                <a:ext cx="221381" cy="221381"/>
              </a:xfrm>
              <a:prstGeom prst="rect">
                <a:avLst/>
              </a:prstGeom>
              <a:solidFill>
                <a:srgbClr val="A3271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766FE9D-0A6F-8A31-5834-A01EE7F6D79D}"/>
                  </a:ext>
                </a:extLst>
              </p:cNvPr>
              <p:cNvSpPr/>
              <p:nvPr/>
            </p:nvSpPr>
            <p:spPr>
              <a:xfrm>
                <a:off x="1018404" y="3109453"/>
                <a:ext cx="221381" cy="221381"/>
              </a:xfrm>
              <a:prstGeom prst="rect">
                <a:avLst/>
              </a:prstGeom>
              <a:solidFill>
                <a:srgbClr val="8C1B1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6546DC0-FE4A-7AE1-99A6-5FB8D89FDB38}"/>
                  </a:ext>
                </a:extLst>
              </p:cNvPr>
              <p:cNvSpPr/>
              <p:nvPr/>
            </p:nvSpPr>
            <p:spPr>
              <a:xfrm>
                <a:off x="1018404" y="1796536"/>
                <a:ext cx="221381" cy="221381"/>
              </a:xfrm>
              <a:prstGeom prst="rect">
                <a:avLst/>
              </a:prstGeom>
              <a:solidFill>
                <a:srgbClr val="EF8577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D080EAB4-BF1C-1761-CDFA-64B0CC62A8FE}"/>
                  </a:ext>
                </a:extLst>
              </p:cNvPr>
              <p:cNvSpPr/>
              <p:nvPr/>
            </p:nvSpPr>
            <p:spPr>
              <a:xfrm>
                <a:off x="1018404" y="1577717"/>
                <a:ext cx="221381" cy="221381"/>
              </a:xfrm>
              <a:prstGeom prst="rect">
                <a:avLst/>
              </a:prstGeom>
              <a:solidFill>
                <a:srgbClr val="F09487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C331D42-4899-2A40-295B-76014D33464A}"/>
                  </a:ext>
                </a:extLst>
              </p:cNvPr>
              <p:cNvSpPr/>
              <p:nvPr/>
            </p:nvSpPr>
            <p:spPr>
              <a:xfrm>
                <a:off x="1018404" y="1358898"/>
                <a:ext cx="221381" cy="221381"/>
              </a:xfrm>
              <a:prstGeom prst="rect">
                <a:avLst/>
              </a:prstGeom>
              <a:solidFill>
                <a:srgbClr val="F1A299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AE928731-51A3-8D9D-76DB-CC8875ECFB79}"/>
                </a:ext>
              </a:extLst>
            </p:cNvPr>
            <p:cNvGrpSpPr/>
            <p:nvPr/>
          </p:nvGrpSpPr>
          <p:grpSpPr>
            <a:xfrm rot="5400000">
              <a:off x="6346207" y="824423"/>
              <a:ext cx="487460" cy="4721693"/>
              <a:chOff x="1018404" y="1358898"/>
              <a:chExt cx="221381" cy="1971936"/>
            </a:xfrm>
            <a:solidFill>
              <a:schemeClr val="bg1"/>
            </a:solidFill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205A7F0-9E7B-C9CD-60E9-EE4AC4133FDE}"/>
                  </a:ext>
                </a:extLst>
              </p:cNvPr>
              <p:cNvSpPr/>
              <p:nvPr/>
            </p:nvSpPr>
            <p:spPr>
              <a:xfrm>
                <a:off x="1018404" y="2015355"/>
                <a:ext cx="221381" cy="221381"/>
              </a:xfrm>
              <a:prstGeom prst="rect">
                <a:avLst/>
              </a:prstGeom>
              <a:grp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9C561DA8-3BE3-A52E-7551-8E1298A08F1B}"/>
                  </a:ext>
                </a:extLst>
              </p:cNvPr>
              <p:cNvSpPr/>
              <p:nvPr/>
            </p:nvSpPr>
            <p:spPr>
              <a:xfrm>
                <a:off x="1018404" y="2234174"/>
                <a:ext cx="221381" cy="221381"/>
              </a:xfrm>
              <a:prstGeom prst="rect">
                <a:avLst/>
              </a:prstGeom>
              <a:grp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35AA668D-4BCC-D93A-670C-5FE7D81AACC0}"/>
                  </a:ext>
                </a:extLst>
              </p:cNvPr>
              <p:cNvSpPr/>
              <p:nvPr/>
            </p:nvSpPr>
            <p:spPr>
              <a:xfrm>
                <a:off x="1018404" y="2452993"/>
                <a:ext cx="221381" cy="221381"/>
              </a:xfrm>
              <a:prstGeom prst="rect">
                <a:avLst/>
              </a:prstGeom>
              <a:grp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B7B1F8DA-09F2-DCD3-5DA1-E95D33B0DCF3}"/>
                  </a:ext>
                </a:extLst>
              </p:cNvPr>
              <p:cNvSpPr/>
              <p:nvPr/>
            </p:nvSpPr>
            <p:spPr>
              <a:xfrm>
                <a:off x="1018404" y="2671812"/>
                <a:ext cx="221381" cy="221381"/>
              </a:xfrm>
              <a:prstGeom prst="rect">
                <a:avLst/>
              </a:prstGeom>
              <a:grp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EF5E045E-1424-347B-1F3D-7CD573C3E7CD}"/>
                  </a:ext>
                </a:extLst>
              </p:cNvPr>
              <p:cNvSpPr/>
              <p:nvPr/>
            </p:nvSpPr>
            <p:spPr>
              <a:xfrm>
                <a:off x="1018404" y="2890631"/>
                <a:ext cx="221381" cy="221381"/>
              </a:xfrm>
              <a:prstGeom prst="rect">
                <a:avLst/>
              </a:prstGeom>
              <a:grp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E95FAD7D-DA8E-828C-B96B-3D5901ABC81D}"/>
                  </a:ext>
                </a:extLst>
              </p:cNvPr>
              <p:cNvSpPr/>
              <p:nvPr/>
            </p:nvSpPr>
            <p:spPr>
              <a:xfrm>
                <a:off x="1018404" y="3109453"/>
                <a:ext cx="221381" cy="221381"/>
              </a:xfrm>
              <a:prstGeom prst="rect">
                <a:avLst/>
              </a:prstGeom>
              <a:grp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0E192BF9-5AE8-0B26-B2B7-2581F9C085CE}"/>
                  </a:ext>
                </a:extLst>
              </p:cNvPr>
              <p:cNvSpPr/>
              <p:nvPr/>
            </p:nvSpPr>
            <p:spPr>
              <a:xfrm>
                <a:off x="1018404" y="1796536"/>
                <a:ext cx="221381" cy="221381"/>
              </a:xfrm>
              <a:prstGeom prst="rect">
                <a:avLst/>
              </a:prstGeom>
              <a:grp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83CAD34-705E-C141-285B-87EE1D1047AF}"/>
                  </a:ext>
                </a:extLst>
              </p:cNvPr>
              <p:cNvSpPr/>
              <p:nvPr/>
            </p:nvSpPr>
            <p:spPr>
              <a:xfrm>
                <a:off x="1018404" y="1577717"/>
                <a:ext cx="221381" cy="221381"/>
              </a:xfrm>
              <a:prstGeom prst="rect">
                <a:avLst/>
              </a:prstGeom>
              <a:grp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4A039A8-D700-85B7-DEA2-74F8F9466012}"/>
                  </a:ext>
                </a:extLst>
              </p:cNvPr>
              <p:cNvSpPr/>
              <p:nvPr/>
            </p:nvSpPr>
            <p:spPr>
              <a:xfrm>
                <a:off x="1018404" y="1358898"/>
                <a:ext cx="221381" cy="221381"/>
              </a:xfrm>
              <a:prstGeom prst="rect">
                <a:avLst/>
              </a:prstGeom>
              <a:grp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16" name="Title 4">
            <a:extLst>
              <a:ext uri="{FF2B5EF4-FFF2-40B4-BE49-F238E27FC236}">
                <a16:creationId xmlns:a16="http://schemas.microsoft.com/office/drawing/2014/main" id="{B718EB33-2791-ADB8-446E-A314F5D5AFCF}"/>
              </a:ext>
            </a:extLst>
          </p:cNvPr>
          <p:cNvSpPr txBox="1">
            <a:spLocks/>
          </p:cNvSpPr>
          <p:nvPr/>
        </p:nvSpPr>
        <p:spPr>
          <a:xfrm>
            <a:off x="527487" y="4236687"/>
            <a:ext cx="4389268" cy="4331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rgbClr val="1A1A1A"/>
                </a:solidFill>
                <a:latin typeface="Source Sans Pro" panose="020B0503030403020204" pitchFamily="34" charset="77"/>
                <a:ea typeface="+mj-ea"/>
                <a:cs typeface="+mj-cs"/>
              </a:defRPr>
            </a:lvl1pPr>
          </a:lstStyle>
          <a:p>
            <a:r>
              <a:rPr lang="en-GB" sz="2000" dirty="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rPr>
              <a:t>Font to be used in presentation</a:t>
            </a:r>
            <a:endParaRPr lang="en-IN" sz="2000" dirty="0">
              <a:solidFill>
                <a:srgbClr val="FF5E4F"/>
              </a:solidFill>
              <a:latin typeface="ES Klarheit Grotesk" pitchFamily="2" charset="0"/>
              <a:ea typeface="ES Klarheit Grotesk" pitchFamily="2" charset="0"/>
            </a:endParaRPr>
          </a:p>
        </p:txBody>
      </p:sp>
      <p:sp>
        <p:nvSpPr>
          <p:cNvPr id="117" name="Title 4">
            <a:extLst>
              <a:ext uri="{FF2B5EF4-FFF2-40B4-BE49-F238E27FC236}">
                <a16:creationId xmlns:a16="http://schemas.microsoft.com/office/drawing/2014/main" id="{BCE6D710-EA2D-4D0D-66C5-E35CE5D3468E}"/>
              </a:ext>
            </a:extLst>
          </p:cNvPr>
          <p:cNvSpPr txBox="1">
            <a:spLocks/>
          </p:cNvSpPr>
          <p:nvPr/>
        </p:nvSpPr>
        <p:spPr>
          <a:xfrm>
            <a:off x="487677" y="4795527"/>
            <a:ext cx="5431860" cy="489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rgbClr val="1A1A1A"/>
                </a:solidFill>
                <a:latin typeface="Source Sans Pro" panose="020B0503030403020204" pitchFamily="34" charset="77"/>
                <a:ea typeface="+mj-ea"/>
                <a:cs typeface="+mj-cs"/>
              </a:defRPr>
            </a:lvl1pPr>
          </a:lstStyle>
          <a:p>
            <a:r>
              <a:rPr lang="en-GB" sz="1800" dirty="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rPr>
              <a:t>Primary Font:           </a:t>
            </a:r>
            <a:r>
              <a:rPr lang="en-GB" sz="1800" dirty="0">
                <a:latin typeface="ES Klarheit Grotesk" pitchFamily="2" charset="0"/>
                <a:ea typeface="ES Klarheit Grotesk" pitchFamily="2" charset="0"/>
              </a:rPr>
              <a:t>ES </a:t>
            </a:r>
            <a:r>
              <a:rPr lang="en-GB" sz="1800" dirty="0" err="1">
                <a:latin typeface="ES Klarheit Grotesk" pitchFamily="2" charset="0"/>
                <a:ea typeface="ES Klarheit Grotesk" pitchFamily="2" charset="0"/>
              </a:rPr>
              <a:t>Klarheit</a:t>
            </a:r>
            <a:r>
              <a:rPr lang="en-GB" sz="1800" dirty="0">
                <a:latin typeface="ES Klarheit Grotesk" pitchFamily="2" charset="0"/>
                <a:ea typeface="ES Klarheit Grotesk" pitchFamily="2" charset="0"/>
              </a:rPr>
              <a:t> Grotesk Lt</a:t>
            </a:r>
            <a:endParaRPr lang="en-IN" sz="1800" dirty="0">
              <a:latin typeface="ES Klarheit Grotesk" pitchFamily="2" charset="0"/>
              <a:ea typeface="ES Klarheit Grotesk" pitchFamily="2" charset="0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971FC33-7E3D-1E85-587C-172593F9D72E}"/>
              </a:ext>
            </a:extLst>
          </p:cNvPr>
          <p:cNvCxnSpPr>
            <a:cxnSpLocks/>
          </p:cNvCxnSpPr>
          <p:nvPr/>
        </p:nvCxnSpPr>
        <p:spPr>
          <a:xfrm>
            <a:off x="533397" y="4050883"/>
            <a:ext cx="1112520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4">
            <a:extLst>
              <a:ext uri="{FF2B5EF4-FFF2-40B4-BE49-F238E27FC236}">
                <a16:creationId xmlns:a16="http://schemas.microsoft.com/office/drawing/2014/main" id="{482D1D13-90BC-F977-3B70-5B018CFF4EEE}"/>
              </a:ext>
            </a:extLst>
          </p:cNvPr>
          <p:cNvSpPr txBox="1">
            <a:spLocks/>
          </p:cNvSpPr>
          <p:nvPr/>
        </p:nvSpPr>
        <p:spPr>
          <a:xfrm>
            <a:off x="487676" y="5381229"/>
            <a:ext cx="5297107" cy="3577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rgbClr val="1A1A1A"/>
                </a:solidFill>
                <a:latin typeface="Source Sans Pro" panose="020B0503030403020204" pitchFamily="34" charset="77"/>
                <a:ea typeface="+mj-ea"/>
                <a:cs typeface="+mj-cs"/>
              </a:defRPr>
            </a:lvl1pPr>
          </a:lstStyle>
          <a:p>
            <a:r>
              <a:rPr lang="en-GB" sz="1800" dirty="0">
                <a:solidFill>
                  <a:srgbClr val="FF5E4F"/>
                </a:solidFill>
                <a:latin typeface="ES Klarheit Grotesk" pitchFamily="2" charset="0"/>
                <a:ea typeface="ES Klarheit Grotesk" pitchFamily="2" charset="0"/>
              </a:rPr>
              <a:t>Secondary Font:    </a:t>
            </a:r>
            <a:r>
              <a:rPr lang="en-GB" sz="1800" dirty="0">
                <a:latin typeface="ES Klarheit Grotesk" pitchFamily="2" charset="0"/>
                <a:ea typeface="ES Klarheit Grotesk" pitchFamily="2" charset="0"/>
              </a:rPr>
              <a:t>Arial</a:t>
            </a:r>
            <a:endParaRPr lang="en-IN" sz="1800" dirty="0">
              <a:latin typeface="ES Klarheit Grotesk" pitchFamily="2" charset="0"/>
              <a:ea typeface="ES Klarheit Grotesk" pitchFamily="2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39BA84C-87C7-A4AA-D9B2-B30379136BC4}"/>
              </a:ext>
            </a:extLst>
          </p:cNvPr>
          <p:cNvSpPr txBox="1">
            <a:spLocks/>
          </p:cNvSpPr>
          <p:nvPr/>
        </p:nvSpPr>
        <p:spPr>
          <a:xfrm>
            <a:off x="487675" y="5635056"/>
            <a:ext cx="2101521" cy="3577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rgbClr val="1A1A1A"/>
                </a:solidFill>
                <a:latin typeface="Source Sans Pro" panose="020B0503030403020204" pitchFamily="34" charset="77"/>
                <a:ea typeface="+mj-ea"/>
                <a:cs typeface="+mj-cs"/>
              </a:defRPr>
            </a:lvl1pPr>
          </a:lstStyle>
          <a:p>
            <a:r>
              <a:rPr lang="en-GB" sz="1400" b="0">
                <a:latin typeface="ES Klarheit Grotesk" pitchFamily="2" charset="0"/>
                <a:ea typeface="ES Klarheit Grotesk" pitchFamily="2" charset="0"/>
              </a:rPr>
              <a:t>(System Font)</a:t>
            </a:r>
            <a:endParaRPr lang="en-IN" sz="1400" b="0">
              <a:latin typeface="ES Klarheit Grotesk" pitchFamily="2" charset="0"/>
              <a:ea typeface="ES Klarheit Grotesk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43E604-DED0-0BCF-0550-DB0367B93334}"/>
              </a:ext>
            </a:extLst>
          </p:cNvPr>
          <p:cNvGrpSpPr/>
          <p:nvPr/>
        </p:nvGrpSpPr>
        <p:grpSpPr>
          <a:xfrm>
            <a:off x="533397" y="4726711"/>
            <a:ext cx="7099437" cy="1289785"/>
            <a:chOff x="533397" y="4726711"/>
            <a:chExt cx="6723801" cy="1289785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67AD9FE-4CAD-0393-BECA-E5BB0B25CCA6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7" y="5313852"/>
              <a:ext cx="6723801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E59E8D-66A3-5EEC-3D13-515B25FA8AEC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7" y="6016496"/>
              <a:ext cx="6723801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E545992-3D41-CA8B-3F93-1E20B63FADD7}"/>
                </a:ext>
              </a:extLst>
            </p:cNvPr>
            <p:cNvCxnSpPr>
              <a:cxnSpLocks/>
            </p:cNvCxnSpPr>
            <p:nvPr/>
          </p:nvCxnSpPr>
          <p:spPr>
            <a:xfrm>
              <a:off x="533397" y="4726711"/>
              <a:ext cx="6723801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D59A1F9-AF21-1FDA-EC57-E01EC213E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56" y="3709554"/>
            <a:ext cx="4298068" cy="231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11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975D5-5DC7-AA49-52EC-480D5F400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416F72-9C93-ECDE-6A5B-27944803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Iconography</a:t>
            </a:r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20C50F-9214-B112-AC93-159D08E90D50}"/>
              </a:ext>
            </a:extLst>
          </p:cNvPr>
          <p:cNvGrpSpPr/>
          <p:nvPr/>
        </p:nvGrpSpPr>
        <p:grpSpPr>
          <a:xfrm>
            <a:off x="898605" y="1231247"/>
            <a:ext cx="10394789" cy="4964545"/>
            <a:chOff x="898605" y="1221622"/>
            <a:chExt cx="10394789" cy="4964545"/>
          </a:xfrm>
        </p:grpSpPr>
        <p:pic>
          <p:nvPicPr>
            <p:cNvPr id="3" name="Graphic 2" descr="Aeroplane outline">
              <a:extLst>
                <a:ext uri="{FF2B5EF4-FFF2-40B4-BE49-F238E27FC236}">
                  <a16:creationId xmlns:a16="http://schemas.microsoft.com/office/drawing/2014/main" id="{1702B329-007F-FA5D-EF0B-DC4BC0DA0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45660" y="1236839"/>
              <a:ext cx="479665" cy="479665"/>
            </a:xfrm>
            <a:prstGeom prst="rect">
              <a:avLst/>
            </a:prstGeom>
          </p:spPr>
        </p:pic>
        <p:pic>
          <p:nvPicPr>
            <p:cNvPr id="4" name="Graphic 3" descr="Alarm clock outline">
              <a:extLst>
                <a:ext uri="{FF2B5EF4-FFF2-40B4-BE49-F238E27FC236}">
                  <a16:creationId xmlns:a16="http://schemas.microsoft.com/office/drawing/2014/main" id="{4CA1825F-F7B1-3AD7-A90A-60C738555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56745" y="1236839"/>
              <a:ext cx="479665" cy="479665"/>
            </a:xfrm>
            <a:prstGeom prst="rect">
              <a:avLst/>
            </a:prstGeom>
          </p:spPr>
        </p:pic>
        <p:pic>
          <p:nvPicPr>
            <p:cNvPr id="9" name="Graphic 8" descr="Artificial Intelligence outline">
              <a:extLst>
                <a:ext uri="{FF2B5EF4-FFF2-40B4-BE49-F238E27FC236}">
                  <a16:creationId xmlns:a16="http://schemas.microsoft.com/office/drawing/2014/main" id="{66B7CFD3-4EDE-37A9-BADF-5C7BAA3FF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84764" y="1236839"/>
              <a:ext cx="479665" cy="479665"/>
            </a:xfrm>
            <a:prstGeom prst="rect">
              <a:avLst/>
            </a:prstGeom>
          </p:spPr>
        </p:pic>
        <p:pic>
          <p:nvPicPr>
            <p:cNvPr id="10" name="Graphic 9" descr="Aspiration outline">
              <a:extLst>
                <a:ext uri="{FF2B5EF4-FFF2-40B4-BE49-F238E27FC236}">
                  <a16:creationId xmlns:a16="http://schemas.microsoft.com/office/drawing/2014/main" id="{D85265FE-33F2-8340-C7FB-964C7BD98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71350" y="1236839"/>
              <a:ext cx="479665" cy="479665"/>
            </a:xfrm>
            <a:prstGeom prst="rect">
              <a:avLst/>
            </a:prstGeom>
          </p:spPr>
        </p:pic>
        <p:pic>
          <p:nvPicPr>
            <p:cNvPr id="11" name="Graphic 10" descr="Aspiration outline">
              <a:extLst>
                <a:ext uri="{FF2B5EF4-FFF2-40B4-BE49-F238E27FC236}">
                  <a16:creationId xmlns:a16="http://schemas.microsoft.com/office/drawing/2014/main" id="{F482BEE0-8395-3A91-6C94-F19166190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907895" y="1236839"/>
              <a:ext cx="479665" cy="479665"/>
            </a:xfrm>
            <a:prstGeom prst="rect">
              <a:avLst/>
            </a:prstGeom>
          </p:spPr>
        </p:pic>
        <p:pic>
          <p:nvPicPr>
            <p:cNvPr id="12" name="Graphic 11" descr="Astronaut male outline">
              <a:extLst>
                <a:ext uri="{FF2B5EF4-FFF2-40B4-BE49-F238E27FC236}">
                  <a16:creationId xmlns:a16="http://schemas.microsoft.com/office/drawing/2014/main" id="{79DC7D2B-211D-DA19-C2C4-5B6D2BBB0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750649" y="1236839"/>
              <a:ext cx="479665" cy="479665"/>
            </a:xfrm>
            <a:prstGeom prst="rect">
              <a:avLst/>
            </a:prstGeom>
          </p:spPr>
        </p:pic>
        <p:pic>
          <p:nvPicPr>
            <p:cNvPr id="16" name="Graphic 15" descr="Atom outline">
              <a:extLst>
                <a:ext uri="{FF2B5EF4-FFF2-40B4-BE49-F238E27FC236}">
                  <a16:creationId xmlns:a16="http://schemas.microsoft.com/office/drawing/2014/main" id="{ABBDDC26-41A2-2AB2-A10F-161B44EC8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877318" y="1236839"/>
              <a:ext cx="479665" cy="479665"/>
            </a:xfrm>
            <a:prstGeom prst="rect">
              <a:avLst/>
            </a:prstGeom>
          </p:spPr>
        </p:pic>
        <p:pic>
          <p:nvPicPr>
            <p:cNvPr id="17" name="Graphic 16" descr="Backpack outline">
              <a:extLst>
                <a:ext uri="{FF2B5EF4-FFF2-40B4-BE49-F238E27FC236}">
                  <a16:creationId xmlns:a16="http://schemas.microsoft.com/office/drawing/2014/main" id="{41A1F666-34E3-19BF-DB82-9B4E1E3F8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975777" y="2089335"/>
              <a:ext cx="479665" cy="479665"/>
            </a:xfrm>
            <a:prstGeom prst="rect">
              <a:avLst/>
            </a:prstGeom>
          </p:spPr>
        </p:pic>
        <p:pic>
          <p:nvPicPr>
            <p:cNvPr id="18" name="Graphic 17" descr="Bar graph with upward trend outline">
              <a:extLst>
                <a:ext uri="{FF2B5EF4-FFF2-40B4-BE49-F238E27FC236}">
                  <a16:creationId xmlns:a16="http://schemas.microsoft.com/office/drawing/2014/main" id="{3D1B5C6A-55AB-FFE2-8655-F2CA45F73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706508" y="1236839"/>
              <a:ext cx="479665" cy="479665"/>
            </a:xfrm>
            <a:prstGeom prst="rect">
              <a:avLst/>
            </a:prstGeom>
          </p:spPr>
        </p:pic>
        <p:pic>
          <p:nvPicPr>
            <p:cNvPr id="31" name="Graphic 30" descr="Body builder outline">
              <a:extLst>
                <a:ext uri="{FF2B5EF4-FFF2-40B4-BE49-F238E27FC236}">
                  <a16:creationId xmlns:a16="http://schemas.microsoft.com/office/drawing/2014/main" id="{338445D4-AE6E-FD06-66E5-B13E9587B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4764" y="2089335"/>
              <a:ext cx="479665" cy="479665"/>
            </a:xfrm>
            <a:prstGeom prst="rect">
              <a:avLst/>
            </a:prstGeom>
          </p:spPr>
        </p:pic>
        <p:pic>
          <p:nvPicPr>
            <p:cNvPr id="54" name="Graphic 53" descr="Branching diagram outline">
              <a:extLst>
                <a:ext uri="{FF2B5EF4-FFF2-40B4-BE49-F238E27FC236}">
                  <a16:creationId xmlns:a16="http://schemas.microsoft.com/office/drawing/2014/main" id="{0D809E3F-5CFB-24B0-B4FE-EA91FA874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877318" y="2089335"/>
              <a:ext cx="479665" cy="479665"/>
            </a:xfrm>
            <a:prstGeom prst="rect">
              <a:avLst/>
            </a:prstGeom>
          </p:spPr>
        </p:pic>
        <p:pic>
          <p:nvPicPr>
            <p:cNvPr id="55" name="Graphic 54" descr="Briefcase outline">
              <a:extLst>
                <a:ext uri="{FF2B5EF4-FFF2-40B4-BE49-F238E27FC236}">
                  <a16:creationId xmlns:a16="http://schemas.microsoft.com/office/drawing/2014/main" id="{537494E4-E71C-68D9-D828-A3E66D6BC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907895" y="2089335"/>
              <a:ext cx="479665" cy="479665"/>
            </a:xfrm>
            <a:prstGeom prst="rect">
              <a:avLst/>
            </a:prstGeom>
          </p:spPr>
        </p:pic>
        <p:pic>
          <p:nvPicPr>
            <p:cNvPr id="56" name="Graphic 55" descr="Bullseye outline">
              <a:extLst>
                <a:ext uri="{FF2B5EF4-FFF2-40B4-BE49-F238E27FC236}">
                  <a16:creationId xmlns:a16="http://schemas.microsoft.com/office/drawing/2014/main" id="{70662831-3334-0F89-F12C-63CA63D87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2956745" y="2089335"/>
              <a:ext cx="479665" cy="479665"/>
            </a:xfrm>
            <a:prstGeom prst="rect">
              <a:avLst/>
            </a:prstGeom>
          </p:spPr>
        </p:pic>
        <p:pic>
          <p:nvPicPr>
            <p:cNvPr id="57" name="Graphic 56" descr="Clipboard Partially Ticked outline">
              <a:extLst>
                <a:ext uri="{FF2B5EF4-FFF2-40B4-BE49-F238E27FC236}">
                  <a16:creationId xmlns:a16="http://schemas.microsoft.com/office/drawing/2014/main" id="{B9D06065-4C2B-27D4-EE14-9DB12DBFD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6777209" y="2089335"/>
              <a:ext cx="479665" cy="479665"/>
            </a:xfrm>
            <a:prstGeom prst="rect">
              <a:avLst/>
            </a:prstGeom>
          </p:spPr>
        </p:pic>
        <p:pic>
          <p:nvPicPr>
            <p:cNvPr id="58" name="Graphic 57" descr="Clock outline">
              <a:extLst>
                <a:ext uri="{FF2B5EF4-FFF2-40B4-BE49-F238E27FC236}">
                  <a16:creationId xmlns:a16="http://schemas.microsoft.com/office/drawing/2014/main" id="{FA58C353-A0F9-38C1-A18F-153708C67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5845660" y="2089335"/>
              <a:ext cx="479665" cy="479665"/>
            </a:xfrm>
            <a:prstGeom prst="rect">
              <a:avLst/>
            </a:prstGeom>
          </p:spPr>
        </p:pic>
        <p:pic>
          <p:nvPicPr>
            <p:cNvPr id="59" name="Graphic 58" descr="Cloud Computing outline">
              <a:extLst>
                <a:ext uri="{FF2B5EF4-FFF2-40B4-BE49-F238E27FC236}">
                  <a16:creationId xmlns:a16="http://schemas.microsoft.com/office/drawing/2014/main" id="{6A1C332B-A2DA-AB54-EC49-719388B46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737494" y="2089335"/>
              <a:ext cx="479665" cy="479665"/>
            </a:xfrm>
            <a:prstGeom prst="rect">
              <a:avLst/>
            </a:prstGeom>
          </p:spPr>
        </p:pic>
        <p:pic>
          <p:nvPicPr>
            <p:cNvPr id="60" name="Graphic 59" descr="Cloud With Lightning And Rain outline">
              <a:extLst>
                <a:ext uri="{FF2B5EF4-FFF2-40B4-BE49-F238E27FC236}">
                  <a16:creationId xmlns:a16="http://schemas.microsoft.com/office/drawing/2014/main" id="{45D21693-1157-84A0-009E-A21AD64FA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975777" y="2941830"/>
              <a:ext cx="479665" cy="479665"/>
            </a:xfrm>
            <a:prstGeom prst="rect">
              <a:avLst/>
            </a:prstGeom>
          </p:spPr>
        </p:pic>
        <p:pic>
          <p:nvPicPr>
            <p:cNvPr id="61" name="Graphic 60" descr="Continuous Improvement outline">
              <a:extLst>
                <a:ext uri="{FF2B5EF4-FFF2-40B4-BE49-F238E27FC236}">
                  <a16:creationId xmlns:a16="http://schemas.microsoft.com/office/drawing/2014/main" id="{6D4321CC-2073-382C-E585-D25DBA337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84764" y="2941830"/>
              <a:ext cx="479665" cy="479665"/>
            </a:xfrm>
            <a:prstGeom prst="rect">
              <a:avLst/>
            </a:prstGeom>
          </p:spPr>
        </p:pic>
        <p:pic>
          <p:nvPicPr>
            <p:cNvPr id="62" name="Graphic 61" descr="Contract outline">
              <a:extLst>
                <a:ext uri="{FF2B5EF4-FFF2-40B4-BE49-F238E27FC236}">
                  <a16:creationId xmlns:a16="http://schemas.microsoft.com/office/drawing/2014/main" id="{329C6377-9835-7906-393A-649177534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956745" y="2941830"/>
              <a:ext cx="479665" cy="479665"/>
            </a:xfrm>
            <a:prstGeom prst="rect">
              <a:avLst/>
            </a:prstGeom>
          </p:spPr>
        </p:pic>
        <p:pic>
          <p:nvPicPr>
            <p:cNvPr id="63" name="Graphic 62" descr="Cycle with people outline">
              <a:extLst>
                <a:ext uri="{FF2B5EF4-FFF2-40B4-BE49-F238E27FC236}">
                  <a16:creationId xmlns:a16="http://schemas.microsoft.com/office/drawing/2014/main" id="{AE1818F0-A1DC-6311-0A5C-EDDA7EF54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3883911" y="2917847"/>
              <a:ext cx="527631" cy="527631"/>
            </a:xfrm>
            <a:prstGeom prst="rect">
              <a:avLst/>
            </a:prstGeom>
          </p:spPr>
        </p:pic>
        <p:pic>
          <p:nvPicPr>
            <p:cNvPr id="64" name="Graphic 63" descr="Database outline">
              <a:extLst>
                <a:ext uri="{FF2B5EF4-FFF2-40B4-BE49-F238E27FC236}">
                  <a16:creationId xmlns:a16="http://schemas.microsoft.com/office/drawing/2014/main" id="{22965DF0-E9CF-26D6-14DB-EC10229A7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4877318" y="2941830"/>
              <a:ext cx="479665" cy="479665"/>
            </a:xfrm>
            <a:prstGeom prst="rect">
              <a:avLst/>
            </a:prstGeom>
          </p:spPr>
        </p:pic>
        <p:pic>
          <p:nvPicPr>
            <p:cNvPr id="65" name="Graphic 64" descr="Debt outline">
              <a:extLst>
                <a:ext uri="{FF2B5EF4-FFF2-40B4-BE49-F238E27FC236}">
                  <a16:creationId xmlns:a16="http://schemas.microsoft.com/office/drawing/2014/main" id="{A86BE82E-7811-D8E3-EBF2-B0830D8DA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5845660" y="2941830"/>
              <a:ext cx="479665" cy="479665"/>
            </a:xfrm>
            <a:prstGeom prst="rect">
              <a:avLst/>
            </a:prstGeom>
          </p:spPr>
        </p:pic>
        <p:pic>
          <p:nvPicPr>
            <p:cNvPr id="66" name="Graphic 65" descr="Decision chart outline">
              <a:extLst>
                <a:ext uri="{FF2B5EF4-FFF2-40B4-BE49-F238E27FC236}">
                  <a16:creationId xmlns:a16="http://schemas.microsoft.com/office/drawing/2014/main" id="{849AE1B2-CAC6-70E0-24BB-81846F5C8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6777209" y="2941830"/>
              <a:ext cx="479665" cy="479665"/>
            </a:xfrm>
            <a:prstGeom prst="rect">
              <a:avLst/>
            </a:prstGeom>
          </p:spPr>
        </p:pic>
        <p:pic>
          <p:nvPicPr>
            <p:cNvPr id="67" name="Graphic 66" descr="Delivery outline">
              <a:extLst>
                <a:ext uri="{FF2B5EF4-FFF2-40B4-BE49-F238E27FC236}">
                  <a16:creationId xmlns:a16="http://schemas.microsoft.com/office/drawing/2014/main" id="{E8E27458-D99B-ABE2-09E1-1A363BB4A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7737494" y="2941830"/>
              <a:ext cx="479665" cy="479665"/>
            </a:xfrm>
            <a:prstGeom prst="rect">
              <a:avLst/>
            </a:prstGeom>
          </p:spPr>
        </p:pic>
        <p:pic>
          <p:nvPicPr>
            <p:cNvPr id="68" name="Graphic 67" descr="Dice outline">
              <a:extLst>
                <a:ext uri="{FF2B5EF4-FFF2-40B4-BE49-F238E27FC236}">
                  <a16:creationId xmlns:a16="http://schemas.microsoft.com/office/drawing/2014/main" id="{9DD4E920-2469-E1D7-0A80-DFB2AAE1F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1084764" y="3789298"/>
              <a:ext cx="479665" cy="479665"/>
            </a:xfrm>
            <a:prstGeom prst="rect">
              <a:avLst/>
            </a:prstGeom>
          </p:spPr>
        </p:pic>
        <p:pic>
          <p:nvPicPr>
            <p:cNvPr id="69" name="Graphic 68" descr="Director's Chair outline">
              <a:extLst>
                <a:ext uri="{FF2B5EF4-FFF2-40B4-BE49-F238E27FC236}">
                  <a16:creationId xmlns:a16="http://schemas.microsoft.com/office/drawing/2014/main" id="{556FD283-7E16-717D-F27B-C7C8BF584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975777" y="3789298"/>
              <a:ext cx="479665" cy="479665"/>
            </a:xfrm>
            <a:prstGeom prst="rect">
              <a:avLst/>
            </a:prstGeom>
          </p:spPr>
        </p:pic>
        <p:pic>
          <p:nvPicPr>
            <p:cNvPr id="70" name="Graphic 69" descr="Doctor male outline">
              <a:extLst>
                <a:ext uri="{FF2B5EF4-FFF2-40B4-BE49-F238E27FC236}">
                  <a16:creationId xmlns:a16="http://schemas.microsoft.com/office/drawing/2014/main" id="{9F1251BF-12D6-E2CB-FE98-F7B976A23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2956745" y="3789298"/>
              <a:ext cx="479665" cy="479665"/>
            </a:xfrm>
            <a:prstGeom prst="rect">
              <a:avLst/>
            </a:prstGeom>
          </p:spPr>
        </p:pic>
        <p:pic>
          <p:nvPicPr>
            <p:cNvPr id="71" name="Graphic 70" descr="Document outline">
              <a:extLst>
                <a:ext uri="{FF2B5EF4-FFF2-40B4-BE49-F238E27FC236}">
                  <a16:creationId xmlns:a16="http://schemas.microsoft.com/office/drawing/2014/main" id="{FB869370-769E-74D3-BB98-15B4B84F0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3907895" y="3789298"/>
              <a:ext cx="479665" cy="479665"/>
            </a:xfrm>
            <a:prstGeom prst="rect">
              <a:avLst/>
            </a:prstGeom>
          </p:spPr>
        </p:pic>
        <p:pic>
          <p:nvPicPr>
            <p:cNvPr id="72" name="Graphic 71" descr="Double Tap Gesture outline">
              <a:extLst>
                <a:ext uri="{FF2B5EF4-FFF2-40B4-BE49-F238E27FC236}">
                  <a16:creationId xmlns:a16="http://schemas.microsoft.com/office/drawing/2014/main" id="{D023E21C-C8C6-8BAA-D032-61FC24309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4877318" y="3789298"/>
              <a:ext cx="479665" cy="479665"/>
            </a:xfrm>
            <a:prstGeom prst="rect">
              <a:avLst/>
            </a:prstGeom>
          </p:spPr>
        </p:pic>
        <p:pic>
          <p:nvPicPr>
            <p:cNvPr id="73" name="Graphic 72" descr="Download from cloud outline">
              <a:extLst>
                <a:ext uri="{FF2B5EF4-FFF2-40B4-BE49-F238E27FC236}">
                  <a16:creationId xmlns:a16="http://schemas.microsoft.com/office/drawing/2014/main" id="{5808F8FF-CBEC-07B3-7334-B49E6375F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5845660" y="3789298"/>
              <a:ext cx="479665" cy="479665"/>
            </a:xfrm>
            <a:prstGeom prst="rect">
              <a:avLst/>
            </a:prstGeom>
          </p:spPr>
        </p:pic>
        <p:pic>
          <p:nvPicPr>
            <p:cNvPr id="74" name="Graphic 73" descr="Electric car outline">
              <a:extLst>
                <a:ext uri="{FF2B5EF4-FFF2-40B4-BE49-F238E27FC236}">
                  <a16:creationId xmlns:a16="http://schemas.microsoft.com/office/drawing/2014/main" id="{797E38E0-731B-5F8B-D389-771AE4829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6753224" y="3765315"/>
              <a:ext cx="527631" cy="527631"/>
            </a:xfrm>
            <a:prstGeom prst="rect">
              <a:avLst/>
            </a:prstGeom>
          </p:spPr>
        </p:pic>
        <p:pic>
          <p:nvPicPr>
            <p:cNvPr id="75" name="Graphic 74" descr="Employee badge outline">
              <a:extLst>
                <a:ext uri="{FF2B5EF4-FFF2-40B4-BE49-F238E27FC236}">
                  <a16:creationId xmlns:a16="http://schemas.microsoft.com/office/drawing/2014/main" id="{DD3C83A7-370A-013A-5E41-BCDC9C962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7737494" y="3789298"/>
              <a:ext cx="479665" cy="479665"/>
            </a:xfrm>
            <a:prstGeom prst="rect">
              <a:avLst/>
            </a:prstGeom>
          </p:spPr>
        </p:pic>
        <p:pic>
          <p:nvPicPr>
            <p:cNvPr id="76" name="Graphic 75" descr="Empty battery outline">
              <a:extLst>
                <a:ext uri="{FF2B5EF4-FFF2-40B4-BE49-F238E27FC236}">
                  <a16:creationId xmlns:a16="http://schemas.microsoft.com/office/drawing/2014/main" id="{68364CC4-B96F-246D-5A48-3367B0C0D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p:blipFill>
          <p:spPr>
            <a:xfrm>
              <a:off x="1968800" y="4616437"/>
              <a:ext cx="479665" cy="479665"/>
            </a:xfrm>
            <a:prstGeom prst="rect">
              <a:avLst/>
            </a:prstGeom>
          </p:spPr>
        </p:pic>
        <p:pic>
          <p:nvPicPr>
            <p:cNvPr id="77" name="Graphic 76" descr="Envelope outline">
              <a:extLst>
                <a:ext uri="{FF2B5EF4-FFF2-40B4-BE49-F238E27FC236}">
                  <a16:creationId xmlns:a16="http://schemas.microsoft.com/office/drawing/2014/main" id="{B3D0ED42-B478-A235-48F0-005DF1C96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/>
            </a:stretch>
          </p:blipFill>
          <p:spPr>
            <a:xfrm>
              <a:off x="1084764" y="4616437"/>
              <a:ext cx="479665" cy="479665"/>
            </a:xfrm>
            <a:prstGeom prst="rect">
              <a:avLst/>
            </a:prstGeom>
          </p:spPr>
        </p:pic>
        <p:pic>
          <p:nvPicPr>
            <p:cNvPr id="78" name="Graphic 77" descr="Eye outline">
              <a:extLst>
                <a:ext uri="{FF2B5EF4-FFF2-40B4-BE49-F238E27FC236}">
                  <a16:creationId xmlns:a16="http://schemas.microsoft.com/office/drawing/2014/main" id="{D6F09B90-D8B6-1ED2-7468-ACBA3AE46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/>
            </a:stretch>
          </p:blipFill>
          <p:spPr>
            <a:xfrm>
              <a:off x="4877318" y="4616437"/>
              <a:ext cx="479665" cy="479665"/>
            </a:xfrm>
            <a:prstGeom prst="rect">
              <a:avLst/>
            </a:prstGeom>
          </p:spPr>
        </p:pic>
        <p:pic>
          <p:nvPicPr>
            <p:cNvPr id="79" name="Graphic 78" descr="Fax outline">
              <a:extLst>
                <a:ext uri="{FF2B5EF4-FFF2-40B4-BE49-F238E27FC236}">
                  <a16:creationId xmlns:a16="http://schemas.microsoft.com/office/drawing/2014/main" id="{023C5B48-5AB1-0564-8096-4D0E13FC7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p:blipFill>
          <p:spPr>
            <a:xfrm>
              <a:off x="3907895" y="4616437"/>
              <a:ext cx="479665" cy="479665"/>
            </a:xfrm>
            <a:prstGeom prst="rect">
              <a:avLst/>
            </a:prstGeom>
          </p:spPr>
        </p:pic>
        <p:pic>
          <p:nvPicPr>
            <p:cNvPr id="80" name="Graphic 79" descr="Fingerprint outline">
              <a:extLst>
                <a:ext uri="{FF2B5EF4-FFF2-40B4-BE49-F238E27FC236}">
                  <a16:creationId xmlns:a16="http://schemas.microsoft.com/office/drawing/2014/main" id="{791E0757-1AE9-4E29-DA83-E6AE18817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/>
            </a:stretch>
          </p:blipFill>
          <p:spPr>
            <a:xfrm>
              <a:off x="2956745" y="4616437"/>
              <a:ext cx="479665" cy="479665"/>
            </a:xfrm>
            <a:prstGeom prst="rect">
              <a:avLst/>
            </a:prstGeom>
          </p:spPr>
        </p:pic>
        <p:pic>
          <p:nvPicPr>
            <p:cNvPr id="81" name="Graphic 80" descr="Flask outline">
              <a:extLst>
                <a:ext uri="{FF2B5EF4-FFF2-40B4-BE49-F238E27FC236}">
                  <a16:creationId xmlns:a16="http://schemas.microsoft.com/office/drawing/2014/main" id="{AECEB2FA-B158-A4F5-4988-B4021C106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7688654" y="4616437"/>
              <a:ext cx="479665" cy="479665"/>
            </a:xfrm>
            <a:prstGeom prst="rect">
              <a:avLst/>
            </a:prstGeom>
          </p:spPr>
        </p:pic>
        <p:pic>
          <p:nvPicPr>
            <p:cNvPr id="82" name="Graphic 81" descr="Flowchart outline">
              <a:extLst>
                <a:ext uri="{FF2B5EF4-FFF2-40B4-BE49-F238E27FC236}">
                  <a16:creationId xmlns:a16="http://schemas.microsoft.com/office/drawing/2014/main" id="{7D4C5D25-7E1E-8DF1-BCF2-D2893CDBF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/>
            </a:stretch>
          </p:blipFill>
          <p:spPr>
            <a:xfrm>
              <a:off x="6735345" y="4616437"/>
              <a:ext cx="479665" cy="479665"/>
            </a:xfrm>
            <a:prstGeom prst="rect">
              <a:avLst/>
            </a:prstGeom>
          </p:spPr>
        </p:pic>
        <p:pic>
          <p:nvPicPr>
            <p:cNvPr id="83" name="Graphic 82" descr="Fuel outline">
              <a:extLst>
                <a:ext uri="{FF2B5EF4-FFF2-40B4-BE49-F238E27FC236}">
                  <a16:creationId xmlns:a16="http://schemas.microsoft.com/office/drawing/2014/main" id="{94294C96-AE65-2B92-A6E1-5263163C6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/>
            </a:stretch>
          </p:blipFill>
          <p:spPr>
            <a:xfrm>
              <a:off x="5845660" y="4616437"/>
              <a:ext cx="479665" cy="479665"/>
            </a:xfrm>
            <a:prstGeom prst="rect">
              <a:avLst/>
            </a:prstGeom>
          </p:spPr>
        </p:pic>
        <p:pic>
          <p:nvPicPr>
            <p:cNvPr id="84" name="Graphic 83" descr="Gears outline">
              <a:extLst>
                <a:ext uri="{FF2B5EF4-FFF2-40B4-BE49-F238E27FC236}">
                  <a16:creationId xmlns:a16="http://schemas.microsoft.com/office/drawing/2014/main" id="{69DFBA64-6A8C-F3F1-FEB1-A3ED7BDBE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/>
            </a:stretch>
          </p:blipFill>
          <p:spPr>
            <a:xfrm>
              <a:off x="2932761" y="5475333"/>
              <a:ext cx="527631" cy="527631"/>
            </a:xfrm>
            <a:prstGeom prst="rect">
              <a:avLst/>
            </a:prstGeom>
          </p:spPr>
        </p:pic>
        <p:pic>
          <p:nvPicPr>
            <p:cNvPr id="85" name="Graphic 84" descr="Good Idea outline">
              <a:extLst>
                <a:ext uri="{FF2B5EF4-FFF2-40B4-BE49-F238E27FC236}">
                  <a16:creationId xmlns:a16="http://schemas.microsoft.com/office/drawing/2014/main" id="{2D6119B5-5395-79F2-45F9-60101C714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1084764" y="5499317"/>
              <a:ext cx="479665" cy="479665"/>
            </a:xfrm>
            <a:prstGeom prst="rect">
              <a:avLst/>
            </a:prstGeom>
          </p:spPr>
        </p:pic>
        <p:pic>
          <p:nvPicPr>
            <p:cNvPr id="86" name="Graphic 85" descr="Group brainstorm outline">
              <a:extLst>
                <a:ext uri="{FF2B5EF4-FFF2-40B4-BE49-F238E27FC236}">
                  <a16:creationId xmlns:a16="http://schemas.microsoft.com/office/drawing/2014/main" id="{FEF4BA5E-1818-3773-3508-4C2B2135B4AE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/>
            </a:stretch>
          </p:blipFill>
          <p:spPr>
            <a:xfrm>
              <a:off x="1944817" y="5475333"/>
              <a:ext cx="527631" cy="527631"/>
            </a:xfrm>
            <a:prstGeom prst="rect">
              <a:avLst/>
            </a:prstGeom>
          </p:spPr>
        </p:pic>
        <p:pic>
          <p:nvPicPr>
            <p:cNvPr id="87" name="Graphic 86" descr="Handshake outline">
              <a:extLst>
                <a:ext uri="{FF2B5EF4-FFF2-40B4-BE49-F238E27FC236}">
                  <a16:creationId xmlns:a16="http://schemas.microsoft.com/office/drawing/2014/main" id="{EDB22ED3-9CE3-671D-B020-39BF36A94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/>
            </a:stretch>
          </p:blipFill>
          <p:spPr>
            <a:xfrm>
              <a:off x="6735345" y="5499317"/>
              <a:ext cx="479665" cy="479665"/>
            </a:xfrm>
            <a:prstGeom prst="rect">
              <a:avLst/>
            </a:prstGeom>
          </p:spPr>
        </p:pic>
        <p:pic>
          <p:nvPicPr>
            <p:cNvPr id="88" name="Graphic 87" descr="Hero Female outline">
              <a:extLst>
                <a:ext uri="{FF2B5EF4-FFF2-40B4-BE49-F238E27FC236}">
                  <a16:creationId xmlns:a16="http://schemas.microsoft.com/office/drawing/2014/main" id="{CA1AB942-A851-C6D1-5375-7C2194D44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/>
            </a:stretch>
          </p:blipFill>
          <p:spPr>
            <a:xfrm>
              <a:off x="5845660" y="5499317"/>
              <a:ext cx="479665" cy="479665"/>
            </a:xfrm>
            <a:prstGeom prst="rect">
              <a:avLst/>
            </a:prstGeom>
          </p:spPr>
        </p:pic>
        <p:pic>
          <p:nvPicPr>
            <p:cNvPr id="89" name="Graphic 88" descr="Hierarchy outline">
              <a:extLst>
                <a:ext uri="{FF2B5EF4-FFF2-40B4-BE49-F238E27FC236}">
                  <a16:creationId xmlns:a16="http://schemas.microsoft.com/office/drawing/2014/main" id="{FFB61AC7-671C-B18E-CB5E-1F3A99A14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/>
            </a:stretch>
          </p:blipFill>
          <p:spPr>
            <a:xfrm>
              <a:off x="4877318" y="5499317"/>
              <a:ext cx="479665" cy="479665"/>
            </a:xfrm>
            <a:prstGeom prst="rect">
              <a:avLst/>
            </a:prstGeom>
          </p:spPr>
        </p:pic>
        <p:pic>
          <p:nvPicPr>
            <p:cNvPr id="90" name="Graphic 89" descr="Lightbulb and gear outline">
              <a:extLst>
                <a:ext uri="{FF2B5EF4-FFF2-40B4-BE49-F238E27FC236}">
                  <a16:creationId xmlns:a16="http://schemas.microsoft.com/office/drawing/2014/main" id="{77590116-942E-890B-7397-BE01C4927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/>
            </a:stretch>
          </p:blipFill>
          <p:spPr>
            <a:xfrm>
              <a:off x="3907895" y="5499317"/>
              <a:ext cx="479665" cy="479665"/>
            </a:xfrm>
            <a:prstGeom prst="rect">
              <a:avLst/>
            </a:prstGeom>
          </p:spPr>
        </p:pic>
        <p:pic>
          <p:nvPicPr>
            <p:cNvPr id="91" name="Graphic 90" descr="Map with pin outline">
              <a:extLst>
                <a:ext uri="{FF2B5EF4-FFF2-40B4-BE49-F238E27FC236}">
                  <a16:creationId xmlns:a16="http://schemas.microsoft.com/office/drawing/2014/main" id="{7D78B01D-BE2D-14C3-4D43-C8D883445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/>
            </a:stretch>
          </p:blipFill>
          <p:spPr>
            <a:xfrm>
              <a:off x="7688654" y="5499317"/>
              <a:ext cx="479665" cy="479665"/>
            </a:xfrm>
            <a:prstGeom prst="rect">
              <a:avLst/>
            </a:prstGeom>
          </p:spPr>
        </p:pic>
        <p:pic>
          <p:nvPicPr>
            <p:cNvPr id="92" name="Graphic 91" descr="Marker outline">
              <a:extLst>
                <a:ext uri="{FF2B5EF4-FFF2-40B4-BE49-F238E27FC236}">
                  <a16:creationId xmlns:a16="http://schemas.microsoft.com/office/drawing/2014/main" id="{8C147FB9-B4C3-7723-0F35-DD0BEE847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/>
            </a:stretch>
          </p:blipFill>
          <p:spPr>
            <a:xfrm>
              <a:off x="8662368" y="1236839"/>
              <a:ext cx="479665" cy="479665"/>
            </a:xfrm>
            <a:prstGeom prst="rect">
              <a:avLst/>
            </a:prstGeom>
          </p:spPr>
        </p:pic>
        <p:pic>
          <p:nvPicPr>
            <p:cNvPr id="93" name="Graphic 92" descr="Medal outline">
              <a:extLst>
                <a:ext uri="{FF2B5EF4-FFF2-40B4-BE49-F238E27FC236}">
                  <a16:creationId xmlns:a16="http://schemas.microsoft.com/office/drawing/2014/main" id="{4FFD3B8C-C706-5946-641A-C830E8FD0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/>
            </a:stretch>
          </p:blipFill>
          <p:spPr>
            <a:xfrm>
              <a:off x="8697779" y="2089335"/>
              <a:ext cx="479665" cy="479665"/>
            </a:xfrm>
            <a:prstGeom prst="rect">
              <a:avLst/>
            </a:prstGeom>
          </p:spPr>
        </p:pic>
        <p:pic>
          <p:nvPicPr>
            <p:cNvPr id="94" name="Graphic 93" descr="Medical outline">
              <a:extLst>
                <a:ext uri="{FF2B5EF4-FFF2-40B4-BE49-F238E27FC236}">
                  <a16:creationId xmlns:a16="http://schemas.microsoft.com/office/drawing/2014/main" id="{9656EA7A-0319-8044-6776-890461C84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/>
            </a:stretch>
          </p:blipFill>
          <p:spPr>
            <a:xfrm>
              <a:off x="8697779" y="2941830"/>
              <a:ext cx="479665" cy="479665"/>
            </a:xfrm>
            <a:prstGeom prst="rect">
              <a:avLst/>
            </a:prstGeom>
          </p:spPr>
        </p:pic>
        <p:pic>
          <p:nvPicPr>
            <p:cNvPr id="95" name="Graphic 94" descr="Megaphone1 outline">
              <a:extLst>
                <a:ext uri="{FF2B5EF4-FFF2-40B4-BE49-F238E27FC236}">
                  <a16:creationId xmlns:a16="http://schemas.microsoft.com/office/drawing/2014/main" id="{45EB026D-D489-6528-8F3A-EFFBAC6EF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/>
            </a:stretch>
          </p:blipFill>
          <p:spPr>
            <a:xfrm>
              <a:off x="8697779" y="3789298"/>
              <a:ext cx="479665" cy="479665"/>
            </a:xfrm>
            <a:prstGeom prst="rect">
              <a:avLst/>
            </a:prstGeom>
          </p:spPr>
        </p:pic>
        <p:pic>
          <p:nvPicPr>
            <p:cNvPr id="96" name="Graphic 95" descr="Mental Health outline">
              <a:extLst>
                <a:ext uri="{FF2B5EF4-FFF2-40B4-BE49-F238E27FC236}">
                  <a16:creationId xmlns:a16="http://schemas.microsoft.com/office/drawing/2014/main" id="{5D491551-A9D5-68A6-FEDB-8BB1E16E2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/>
            </a:stretch>
          </p:blipFill>
          <p:spPr>
            <a:xfrm>
              <a:off x="8641962" y="4616437"/>
              <a:ext cx="479665" cy="479665"/>
            </a:xfrm>
            <a:prstGeom prst="rect">
              <a:avLst/>
            </a:prstGeom>
          </p:spPr>
        </p:pic>
        <p:pic>
          <p:nvPicPr>
            <p:cNvPr id="97" name="Graphic 96" descr="Money outline">
              <a:extLst>
                <a:ext uri="{FF2B5EF4-FFF2-40B4-BE49-F238E27FC236}">
                  <a16:creationId xmlns:a16="http://schemas.microsoft.com/office/drawing/2014/main" id="{E32BD9A4-FB4D-93AF-9661-2DDC2F676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/>
            </a:stretch>
          </p:blipFill>
          <p:spPr>
            <a:xfrm>
              <a:off x="8641962" y="5499317"/>
              <a:ext cx="479665" cy="479665"/>
            </a:xfrm>
            <a:prstGeom prst="rect">
              <a:avLst/>
            </a:prstGeom>
          </p:spPr>
        </p:pic>
        <p:pic>
          <p:nvPicPr>
            <p:cNvPr id="98" name="Graphic 97" descr="Music notes outline">
              <a:extLst>
                <a:ext uri="{FF2B5EF4-FFF2-40B4-BE49-F238E27FC236}">
                  <a16:creationId xmlns:a16="http://schemas.microsoft.com/office/drawing/2014/main" id="{9C2DDC97-3B69-360B-EB8F-2C208A43B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/>
            </a:stretch>
          </p:blipFill>
          <p:spPr>
            <a:xfrm>
              <a:off x="9621424" y="1221622"/>
              <a:ext cx="510099" cy="510099"/>
            </a:xfrm>
            <a:prstGeom prst="rect">
              <a:avLst/>
            </a:prstGeom>
          </p:spPr>
        </p:pic>
        <p:pic>
          <p:nvPicPr>
            <p:cNvPr id="99" name="Graphic 98" descr="Network outline">
              <a:extLst>
                <a:ext uri="{FF2B5EF4-FFF2-40B4-BE49-F238E27FC236}">
                  <a16:creationId xmlns:a16="http://schemas.microsoft.com/office/drawing/2014/main" id="{4A5D5D34-817C-307C-1D91-F7FE97270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/>
            </a:stretch>
          </p:blipFill>
          <p:spPr>
            <a:xfrm>
              <a:off x="9661262" y="2074117"/>
              <a:ext cx="510099" cy="510099"/>
            </a:xfrm>
            <a:prstGeom prst="rect">
              <a:avLst/>
            </a:prstGeom>
          </p:spPr>
        </p:pic>
        <p:pic>
          <p:nvPicPr>
            <p:cNvPr id="100" name="Graphic 99" descr="Network diagram outline">
              <a:extLst>
                <a:ext uri="{FF2B5EF4-FFF2-40B4-BE49-F238E27FC236}">
                  <a16:creationId xmlns:a16="http://schemas.microsoft.com/office/drawing/2014/main" id="{9940482E-E6FB-47D1-092C-78AB9B6EE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/>
            </a:stretch>
          </p:blipFill>
          <p:spPr>
            <a:xfrm>
              <a:off x="9661262" y="2926613"/>
              <a:ext cx="510099" cy="510099"/>
            </a:xfrm>
            <a:prstGeom prst="rect">
              <a:avLst/>
            </a:prstGeom>
          </p:spPr>
        </p:pic>
        <p:pic>
          <p:nvPicPr>
            <p:cNvPr id="101" name="Graphic 100" descr="Newspaper outline">
              <a:extLst>
                <a:ext uri="{FF2B5EF4-FFF2-40B4-BE49-F238E27FC236}">
                  <a16:creationId xmlns:a16="http://schemas.microsoft.com/office/drawing/2014/main" id="{3FBE071B-20C0-9AED-698D-1E5EDAEBD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/>
            </a:stretch>
          </p:blipFill>
          <p:spPr>
            <a:xfrm>
              <a:off x="9661262" y="3774081"/>
              <a:ext cx="510099" cy="510099"/>
            </a:xfrm>
            <a:prstGeom prst="rect">
              <a:avLst/>
            </a:prstGeom>
          </p:spPr>
        </p:pic>
        <p:pic>
          <p:nvPicPr>
            <p:cNvPr id="102" name="Graphic 101" descr="Newton's Cradle outline">
              <a:extLst>
                <a:ext uri="{FF2B5EF4-FFF2-40B4-BE49-F238E27FC236}">
                  <a16:creationId xmlns:a16="http://schemas.microsoft.com/office/drawing/2014/main" id="{DC361FCF-F016-8A49-AECC-1E3C335F1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/>
            </a:stretch>
          </p:blipFill>
          <p:spPr>
            <a:xfrm>
              <a:off x="9598468" y="4601220"/>
              <a:ext cx="510099" cy="510099"/>
            </a:xfrm>
            <a:prstGeom prst="rect">
              <a:avLst/>
            </a:prstGeom>
          </p:spPr>
        </p:pic>
        <p:pic>
          <p:nvPicPr>
            <p:cNvPr id="103" name="Graphic 102" descr="Normal Distribution outline">
              <a:extLst>
                <a:ext uri="{FF2B5EF4-FFF2-40B4-BE49-F238E27FC236}">
                  <a16:creationId xmlns:a16="http://schemas.microsoft.com/office/drawing/2014/main" id="{BA6CD912-08FB-59F1-0396-FB79F14AA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/>
            </a:stretch>
          </p:blipFill>
          <p:spPr>
            <a:xfrm>
              <a:off x="9598468" y="5484100"/>
              <a:ext cx="510099" cy="510099"/>
            </a:xfrm>
            <a:prstGeom prst="rect">
              <a:avLst/>
            </a:prstGeom>
          </p:spPr>
        </p:pic>
        <p:pic>
          <p:nvPicPr>
            <p:cNvPr id="104" name="Graphic 103" descr="Office Chair outline">
              <a:extLst>
                <a:ext uri="{FF2B5EF4-FFF2-40B4-BE49-F238E27FC236}">
                  <a16:creationId xmlns:a16="http://schemas.microsoft.com/office/drawing/2014/main" id="{814B1E61-00E7-910C-454F-F32AD9DC7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/>
            </a:stretch>
          </p:blipFill>
          <p:spPr>
            <a:xfrm>
              <a:off x="10604813" y="1265886"/>
              <a:ext cx="421570" cy="421570"/>
            </a:xfrm>
            <a:prstGeom prst="rect">
              <a:avLst/>
            </a:prstGeom>
          </p:spPr>
        </p:pic>
        <p:pic>
          <p:nvPicPr>
            <p:cNvPr id="105" name="Graphic 104" descr="Open envelope outline">
              <a:extLst>
                <a:ext uri="{FF2B5EF4-FFF2-40B4-BE49-F238E27FC236}">
                  <a16:creationId xmlns:a16="http://schemas.microsoft.com/office/drawing/2014/main" id="{53E62D48-7DEE-639A-1555-326CF0DB1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5"/>
                </a:ext>
              </a:extLst>
            </a:blip>
            <a:stretch>
              <a:fillRect/>
            </a:stretch>
          </p:blipFill>
          <p:spPr>
            <a:xfrm>
              <a:off x="10641396" y="2154965"/>
              <a:ext cx="348405" cy="348405"/>
            </a:xfrm>
            <a:prstGeom prst="rect">
              <a:avLst/>
            </a:prstGeom>
          </p:spPr>
        </p:pic>
        <p:pic>
          <p:nvPicPr>
            <p:cNvPr id="106" name="Graphic 105" descr="Open folder outline">
              <a:extLst>
                <a:ext uri="{FF2B5EF4-FFF2-40B4-BE49-F238E27FC236}">
                  <a16:creationId xmlns:a16="http://schemas.microsoft.com/office/drawing/2014/main" id="{B3C8D83F-BCE8-CC6D-A344-021A422FB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7"/>
                </a:ext>
              </a:extLst>
            </a:blip>
            <a:stretch>
              <a:fillRect/>
            </a:stretch>
          </p:blipFill>
          <p:spPr>
            <a:xfrm>
              <a:off x="10623977" y="2990041"/>
              <a:ext cx="383245" cy="383245"/>
            </a:xfrm>
            <a:prstGeom prst="rect">
              <a:avLst/>
            </a:prstGeom>
          </p:spPr>
        </p:pic>
        <p:pic>
          <p:nvPicPr>
            <p:cNvPr id="107" name="Graphic 106" descr="Oyster With Pearl outline">
              <a:extLst>
                <a:ext uri="{FF2B5EF4-FFF2-40B4-BE49-F238E27FC236}">
                  <a16:creationId xmlns:a16="http://schemas.microsoft.com/office/drawing/2014/main" id="{EA503964-D646-8E59-1020-98809721C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/>
            </a:stretch>
          </p:blipFill>
          <p:spPr>
            <a:xfrm>
              <a:off x="10604813" y="3818345"/>
              <a:ext cx="421570" cy="421570"/>
            </a:xfrm>
            <a:prstGeom prst="rect">
              <a:avLst/>
            </a:prstGeom>
          </p:spPr>
        </p:pic>
        <p:pic>
          <p:nvPicPr>
            <p:cNvPr id="108" name="Graphic 107" descr="Packing Box Open outline">
              <a:extLst>
                <a:ext uri="{FF2B5EF4-FFF2-40B4-BE49-F238E27FC236}">
                  <a16:creationId xmlns:a16="http://schemas.microsoft.com/office/drawing/2014/main" id="{FE730CF7-DC04-1504-8255-2DB4FFADA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/>
            </a:stretch>
          </p:blipFill>
          <p:spPr>
            <a:xfrm>
              <a:off x="10583735" y="4624405"/>
              <a:ext cx="463726" cy="463726"/>
            </a:xfrm>
            <a:prstGeom prst="rect">
              <a:avLst/>
            </a:prstGeom>
          </p:spPr>
        </p:pic>
        <p:pic>
          <p:nvPicPr>
            <p:cNvPr id="109" name="Graphic 108" descr="Palette outline">
              <a:extLst>
                <a:ext uri="{FF2B5EF4-FFF2-40B4-BE49-F238E27FC236}">
                  <a16:creationId xmlns:a16="http://schemas.microsoft.com/office/drawing/2014/main" id="{405F049B-3B57-741C-17A4-1364DE7CD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/>
            </a:stretch>
          </p:blipFill>
          <p:spPr>
            <a:xfrm>
              <a:off x="10583735" y="5507284"/>
              <a:ext cx="463726" cy="463726"/>
            </a:xfrm>
            <a:prstGeom prst="rect">
              <a:avLst/>
            </a:prstGeom>
          </p:spPr>
        </p:pic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A237CBA3-4751-2675-2EFD-A154196B38F9}"/>
                </a:ext>
              </a:extLst>
            </p:cNvPr>
            <p:cNvGrpSpPr/>
            <p:nvPr/>
          </p:nvGrpSpPr>
          <p:grpSpPr>
            <a:xfrm>
              <a:off x="898605" y="1221622"/>
              <a:ext cx="10394789" cy="4964545"/>
              <a:chOff x="378866" y="609600"/>
              <a:chExt cx="11434268" cy="5461000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0C135042-E1DD-B3AE-2A0E-42C09912262E}"/>
                  </a:ext>
                </a:extLst>
              </p:cNvPr>
              <p:cNvCxnSpPr/>
              <p:nvPr/>
            </p:nvCxnSpPr>
            <p:spPr>
              <a:xfrm>
                <a:off x="1351192" y="609600"/>
                <a:ext cx="0" cy="546100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92CD15D-3CA1-7381-4FD5-A4A1DAEDDE56}"/>
                  </a:ext>
                </a:extLst>
              </p:cNvPr>
              <p:cNvCxnSpPr/>
              <p:nvPr/>
            </p:nvCxnSpPr>
            <p:spPr>
              <a:xfrm>
                <a:off x="2397386" y="609600"/>
                <a:ext cx="0" cy="546100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0E4C4507-184D-24D6-7729-97CFC809CE1B}"/>
                  </a:ext>
                </a:extLst>
              </p:cNvPr>
              <p:cNvCxnSpPr/>
              <p:nvPr/>
            </p:nvCxnSpPr>
            <p:spPr>
              <a:xfrm>
                <a:off x="3443581" y="609600"/>
                <a:ext cx="0" cy="546100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FDF1B7D2-67C4-5C87-23DB-365F7AF3A0FF}"/>
                  </a:ext>
                </a:extLst>
              </p:cNvPr>
              <p:cNvCxnSpPr/>
              <p:nvPr/>
            </p:nvCxnSpPr>
            <p:spPr>
              <a:xfrm>
                <a:off x="4489776" y="609600"/>
                <a:ext cx="0" cy="546100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DE5E4084-BD49-D51E-040F-6F952ED2C03D}"/>
                  </a:ext>
                </a:extLst>
              </p:cNvPr>
              <p:cNvCxnSpPr/>
              <p:nvPr/>
            </p:nvCxnSpPr>
            <p:spPr>
              <a:xfrm>
                <a:off x="5535970" y="609600"/>
                <a:ext cx="0" cy="546100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5F62CE20-1DAF-FEF4-3B9D-6CB46E3590E5}"/>
                  </a:ext>
                </a:extLst>
              </p:cNvPr>
              <p:cNvCxnSpPr/>
              <p:nvPr/>
            </p:nvCxnSpPr>
            <p:spPr>
              <a:xfrm>
                <a:off x="6582165" y="609600"/>
                <a:ext cx="0" cy="546100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DB33BAA9-9ED9-0165-AD25-3A22D3BA44EE}"/>
                  </a:ext>
                </a:extLst>
              </p:cNvPr>
              <p:cNvCxnSpPr/>
              <p:nvPr/>
            </p:nvCxnSpPr>
            <p:spPr>
              <a:xfrm>
                <a:off x="7628360" y="609600"/>
                <a:ext cx="0" cy="546100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04BEC46D-17FA-9775-5DD5-8E0436FE6DC3}"/>
                  </a:ext>
                </a:extLst>
              </p:cNvPr>
              <p:cNvCxnSpPr/>
              <p:nvPr/>
            </p:nvCxnSpPr>
            <p:spPr>
              <a:xfrm>
                <a:off x="8674554" y="609600"/>
                <a:ext cx="0" cy="546100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2ED1B70C-6D10-EB0B-7458-3245BB2E7158}"/>
                  </a:ext>
                </a:extLst>
              </p:cNvPr>
              <p:cNvCxnSpPr/>
              <p:nvPr/>
            </p:nvCxnSpPr>
            <p:spPr>
              <a:xfrm>
                <a:off x="9720749" y="609600"/>
                <a:ext cx="0" cy="546100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BAFBE5DA-5382-4B60-520E-A8E7F19C2E12}"/>
                  </a:ext>
                </a:extLst>
              </p:cNvPr>
              <p:cNvCxnSpPr/>
              <p:nvPr/>
            </p:nvCxnSpPr>
            <p:spPr>
              <a:xfrm>
                <a:off x="10766941" y="609600"/>
                <a:ext cx="0" cy="546100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8FA1C16E-200C-A743-9545-D1254076A2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866" y="1339522"/>
                <a:ext cx="11434268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84C62C6C-59D0-30E0-15B9-1614B4C69C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866" y="2285239"/>
                <a:ext cx="11434268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4460C515-EC68-851B-89CC-F25352EF3B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866" y="3230956"/>
                <a:ext cx="11434268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FF1592D7-EB9F-327B-C427-A61C0EAE13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866" y="4176673"/>
                <a:ext cx="11434268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645C99F4-BBF2-35E1-F3B3-0B816142C6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866" y="5122389"/>
                <a:ext cx="11434268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80451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6F07B-8553-12C5-5664-034323C49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CC0B04-465E-E4D6-E3ED-6D1587B8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Agenda</a:t>
            </a:r>
            <a:endParaRPr lang="en-IN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93919B-D56A-5FE6-70DC-488912E2C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GB"/>
              <a:t>Agenda text goes here</a:t>
            </a:r>
          </a:p>
          <a:p>
            <a:r>
              <a:rPr lang="en-GB"/>
              <a:t>Agenda text goes here</a:t>
            </a:r>
          </a:p>
          <a:p>
            <a:r>
              <a:rPr lang="en-GB"/>
              <a:t>Agenda text goes here</a:t>
            </a:r>
          </a:p>
          <a:p>
            <a:r>
              <a:rPr lang="en-GB"/>
              <a:t>Agenda text goes here</a:t>
            </a:r>
          </a:p>
          <a:p>
            <a:r>
              <a:rPr lang="en-GB"/>
              <a:t>Agenda text goes here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899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479EB-03F2-C4C2-B260-C9E9B5B2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B22CAA-CCC3-FB60-ABD8-3D1DD8A5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en-GB" dirty="0"/>
              <a:t>Agenda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B6905-18C0-6E05-6605-6743C792A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Agenda text goes here</a:t>
            </a:r>
          </a:p>
          <a:p>
            <a:r>
              <a:rPr lang="en-GB"/>
              <a:t>Agenda text goes here</a:t>
            </a:r>
          </a:p>
          <a:p>
            <a:r>
              <a:rPr lang="en-GB"/>
              <a:t>Agenda text goes here</a:t>
            </a:r>
          </a:p>
          <a:p>
            <a:r>
              <a:rPr lang="en-GB"/>
              <a:t>Agenda text goes here</a:t>
            </a:r>
          </a:p>
          <a:p>
            <a:r>
              <a:rPr lang="en-GB"/>
              <a:t>Agenda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16687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C01F2-CFA1-C5BE-951E-FAD3D67EE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99BDD5-2D5A-FC20-0D12-77B05E218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Title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954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CC4C6-61EF-5FF0-D958-A21FA74C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D346AE-CFCD-3C77-EE10-5D0D4D6CC2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08BA2C-BC58-3F55-6033-4334F8F18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Title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91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61D9-8DDC-B048-4A9E-114FFA300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CA617E-C1E4-1509-CE35-984CC55A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Title here</a:t>
            </a:r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6BEE36-6C3B-558D-F369-6DED6CC99652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3D816A-18E1-DD90-9A64-6323E0DAAB0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239C8-E61F-C028-1E1A-12D376CEB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113240"/>
            <a:ext cx="5410199" cy="325782"/>
          </a:xfrm>
        </p:spPr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137C2-7A87-368E-1BC6-4EC846B4B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6806" y="1113240"/>
            <a:ext cx="5410197" cy="32578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550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1CA7-F799-0F25-EB85-EDA88A342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37C1D6-497E-9C9E-5E2D-A2C4BFD2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Title here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61BC6-682B-18AC-02C7-5AD800A9A1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b="0"/>
              <a:t>Lorem Ipsum 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  <a:endParaRPr lang="en-IN" b="0"/>
          </a:p>
        </p:txBody>
      </p:sp>
    </p:spTree>
    <p:extLst>
      <p:ext uri="{BB962C8B-B14F-4D97-AF65-F5344CB8AC3E}">
        <p14:creationId xmlns:p14="http://schemas.microsoft.com/office/powerpoint/2010/main" val="3727301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9E220-B1C1-4879-C08F-B60AABA3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591EC2-86D8-1D85-8318-5615199F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Title here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E7C04-0346-98D0-F8F8-57BAB79DC5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400" b="0"/>
              <a:t>Lorem Ipsum 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  <a:endParaRPr lang="en-IN" sz="1400" b="0"/>
          </a:p>
        </p:txBody>
      </p:sp>
    </p:spTree>
    <p:extLst>
      <p:ext uri="{BB962C8B-B14F-4D97-AF65-F5344CB8AC3E}">
        <p14:creationId xmlns:p14="http://schemas.microsoft.com/office/powerpoint/2010/main" val="1265560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20E86-7233-B35A-0A71-AD7BBD31F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18A33B-DABA-CD5C-F516-86907F6E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Title here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97335-960C-FB5E-FA80-409F015D27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400" b="0"/>
              <a:t>Lorem Ipsum 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  <a:endParaRPr lang="en-IN" sz="1400" b="0"/>
          </a:p>
        </p:txBody>
      </p:sp>
    </p:spTree>
    <p:extLst>
      <p:ext uri="{BB962C8B-B14F-4D97-AF65-F5344CB8AC3E}">
        <p14:creationId xmlns:p14="http://schemas.microsoft.com/office/powerpoint/2010/main" val="3225151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98A48-8F8C-ACA0-60EA-DE70DACC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A97097-ABF5-57F8-F53A-E5EA3B83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Title here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07CE1-8F82-D38B-72ED-7D27B45617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A460A49-5E0D-C409-1CD8-6A28550413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0C7340-D50E-1F99-1B6C-58F9B53621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0057670-98CD-40EF-2318-D575F4C14F9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4CD58D-0A08-A22D-3027-4DFF9A8CFB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/>
              <a:t>Lorem Ipsum is simply dummy text of the printing and typesetting industry. Lorem Ipsum has been the industry's standard</a:t>
            </a:r>
            <a:endParaRPr lang="en-IN"/>
          </a:p>
          <a:p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E27AF6-BE63-5189-55BE-387615AB2C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Autofit/>
          </a:bodyPr>
          <a:lstStyle/>
          <a:p>
            <a:r>
              <a:rPr lang="en-US"/>
              <a:t>Lorem Ipsum is simply dummy text of the printing and typesetting industry. Lorem Ipsum has been the industry's standard</a:t>
            </a:r>
            <a:endParaRPr lang="en-IN"/>
          </a:p>
          <a:p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0F371D-DF13-AB56-26C6-51E8F4F0BE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Autofit/>
          </a:bodyPr>
          <a:lstStyle/>
          <a:p>
            <a:r>
              <a:rPr lang="en-US"/>
              <a:t>Lorem Ipsum is simply dummy text of the printing and typesetting industry. Lorem Ipsum has been the industry's standard</a:t>
            </a:r>
            <a:endParaRPr lang="en-IN"/>
          </a:p>
          <a:p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5D5E982-0BDD-9DC6-2776-605A8AA84D8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GB"/>
              <a:t>Heading</a:t>
            </a: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563A32-2102-6F66-B070-57E86A46CDD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Autofit/>
          </a:bodyPr>
          <a:lstStyle/>
          <a:p>
            <a:r>
              <a:rPr lang="en-GB"/>
              <a:t>Heading</a:t>
            </a:r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6AEB36-900D-A82C-7925-1CA60A4DAE6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r>
              <a:rPr lang="en-GB"/>
              <a:t>Heading</a:t>
            </a:r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645E7F5-C676-F0CC-2D8E-8904B13A65D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Autofit/>
          </a:bodyPr>
          <a:lstStyle/>
          <a:p>
            <a:r>
              <a:rPr lang="en-GB"/>
              <a:t>Heading</a:t>
            </a:r>
            <a:endParaRPr lang="en-IN"/>
          </a:p>
          <a:p>
            <a:endParaRPr lang="en-I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BE78F77-43E8-F1F9-092B-DC0F481F35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Autofit/>
          </a:bodyPr>
          <a:lstStyle/>
          <a:p>
            <a:r>
              <a:rPr lang="en-US"/>
              <a:t>Lorem Ipsum is simply dummy text of the printing and typesetting industry. Lorem Ipsum has been the industry's standard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628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7BEBF-0618-1CFA-44D4-C35B7CD3D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6C3411-FC12-AEEA-0DA2-DEBCE2F6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Graphs</a:t>
            </a:r>
            <a:endParaRPr lang="en-IN"/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32D368E8-7889-621D-D53C-BB1D524995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9118496"/>
              </p:ext>
            </p:extLst>
          </p:nvPr>
        </p:nvGraphicFramePr>
        <p:xfrm>
          <a:off x="533403" y="1534583"/>
          <a:ext cx="5392107" cy="3824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48EAC24C-A4A3-BB2A-01B6-58F9B8BD7B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2735577"/>
              </p:ext>
            </p:extLst>
          </p:nvPr>
        </p:nvGraphicFramePr>
        <p:xfrm>
          <a:off x="6266491" y="1534583"/>
          <a:ext cx="5392107" cy="3824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63341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8F51C-94F9-1D0B-7C7A-13B2E1DE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C4133F-05ED-D58B-3FA7-F554A0D4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Graphs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1237A7-21E1-0C62-C273-05DDD5E6B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002" y="1178560"/>
            <a:ext cx="6699363" cy="465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56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69A63-21D4-BEBC-6650-7C1E41A04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9F58C3-1105-5718-4E48-9580D45B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Table Styles</a:t>
            </a:r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A0A269-8253-525F-5752-DC71F3959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536569"/>
              </p:ext>
            </p:extLst>
          </p:nvPr>
        </p:nvGraphicFramePr>
        <p:xfrm>
          <a:off x="635000" y="1367365"/>
          <a:ext cx="5118099" cy="20616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4840">
                  <a:extLst>
                    <a:ext uri="{9D8B030D-6E8A-4147-A177-3AD203B41FA5}">
                      <a16:colId xmlns:a16="http://schemas.microsoft.com/office/drawing/2014/main" val="1616127003"/>
                    </a:ext>
                  </a:extLst>
                </a:gridCol>
                <a:gridCol w="1553921">
                  <a:extLst>
                    <a:ext uri="{9D8B030D-6E8A-4147-A177-3AD203B41FA5}">
                      <a16:colId xmlns:a16="http://schemas.microsoft.com/office/drawing/2014/main" val="3888890989"/>
                    </a:ext>
                  </a:extLst>
                </a:gridCol>
                <a:gridCol w="1560805">
                  <a:extLst>
                    <a:ext uri="{9D8B030D-6E8A-4147-A177-3AD203B41FA5}">
                      <a16:colId xmlns:a16="http://schemas.microsoft.com/office/drawing/2014/main" val="4221097461"/>
                    </a:ext>
                  </a:extLst>
                </a:gridCol>
                <a:gridCol w="1338533">
                  <a:extLst>
                    <a:ext uri="{9D8B030D-6E8A-4147-A177-3AD203B41FA5}">
                      <a16:colId xmlns:a16="http://schemas.microsoft.com/office/drawing/2014/main" val="2807717859"/>
                    </a:ext>
                  </a:extLst>
                </a:gridCol>
              </a:tblGrid>
              <a:tr h="446211">
                <a:tc>
                  <a:txBody>
                    <a:bodyPr/>
                    <a:lstStyle/>
                    <a:p>
                      <a:pPr algn="ctr"/>
                      <a:r>
                        <a:rPr lang="en-GB" sz="1400" err="1">
                          <a:latin typeface="ES Klarheit Grotesk" pitchFamily="2" charset="0"/>
                          <a:ea typeface="ES Klarheit Grotesk" pitchFamily="2" charset="0"/>
                        </a:rPr>
                        <a:t>S.No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D452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D452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D452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D45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11375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1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3509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2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566271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3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799398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4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9892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29B844-F0DF-5CB3-EAB9-9334F5FF8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875274"/>
              </p:ext>
            </p:extLst>
          </p:nvPr>
        </p:nvGraphicFramePr>
        <p:xfrm>
          <a:off x="634999" y="3691465"/>
          <a:ext cx="5118099" cy="20616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4840">
                  <a:extLst>
                    <a:ext uri="{9D8B030D-6E8A-4147-A177-3AD203B41FA5}">
                      <a16:colId xmlns:a16="http://schemas.microsoft.com/office/drawing/2014/main" val="1616127003"/>
                    </a:ext>
                  </a:extLst>
                </a:gridCol>
                <a:gridCol w="1553921">
                  <a:extLst>
                    <a:ext uri="{9D8B030D-6E8A-4147-A177-3AD203B41FA5}">
                      <a16:colId xmlns:a16="http://schemas.microsoft.com/office/drawing/2014/main" val="3888890989"/>
                    </a:ext>
                  </a:extLst>
                </a:gridCol>
                <a:gridCol w="1560805">
                  <a:extLst>
                    <a:ext uri="{9D8B030D-6E8A-4147-A177-3AD203B41FA5}">
                      <a16:colId xmlns:a16="http://schemas.microsoft.com/office/drawing/2014/main" val="4221097461"/>
                    </a:ext>
                  </a:extLst>
                </a:gridCol>
                <a:gridCol w="1338533">
                  <a:extLst>
                    <a:ext uri="{9D8B030D-6E8A-4147-A177-3AD203B41FA5}">
                      <a16:colId xmlns:a16="http://schemas.microsoft.com/office/drawing/2014/main" val="2807717859"/>
                    </a:ext>
                  </a:extLst>
                </a:gridCol>
              </a:tblGrid>
              <a:tr h="446211">
                <a:tc>
                  <a:txBody>
                    <a:bodyPr/>
                    <a:lstStyle/>
                    <a:p>
                      <a:pPr algn="ctr"/>
                      <a:r>
                        <a:rPr lang="en-GB" sz="1400" err="1">
                          <a:latin typeface="ES Klarheit Grotesk" pitchFamily="2" charset="0"/>
                          <a:ea typeface="ES Klarheit Grotesk" pitchFamily="2" charset="0"/>
                        </a:rPr>
                        <a:t>S.No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11375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1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3509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2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566271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3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799398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4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9892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AB6B20-7CD6-FD00-B8D3-B5C7BE4AA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460656"/>
              </p:ext>
            </p:extLst>
          </p:nvPr>
        </p:nvGraphicFramePr>
        <p:xfrm>
          <a:off x="6096000" y="1367365"/>
          <a:ext cx="5118099" cy="20616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4840">
                  <a:extLst>
                    <a:ext uri="{9D8B030D-6E8A-4147-A177-3AD203B41FA5}">
                      <a16:colId xmlns:a16="http://schemas.microsoft.com/office/drawing/2014/main" val="1616127003"/>
                    </a:ext>
                  </a:extLst>
                </a:gridCol>
                <a:gridCol w="1553921">
                  <a:extLst>
                    <a:ext uri="{9D8B030D-6E8A-4147-A177-3AD203B41FA5}">
                      <a16:colId xmlns:a16="http://schemas.microsoft.com/office/drawing/2014/main" val="3888890989"/>
                    </a:ext>
                  </a:extLst>
                </a:gridCol>
                <a:gridCol w="1560805">
                  <a:extLst>
                    <a:ext uri="{9D8B030D-6E8A-4147-A177-3AD203B41FA5}">
                      <a16:colId xmlns:a16="http://schemas.microsoft.com/office/drawing/2014/main" val="4221097461"/>
                    </a:ext>
                  </a:extLst>
                </a:gridCol>
                <a:gridCol w="1338533">
                  <a:extLst>
                    <a:ext uri="{9D8B030D-6E8A-4147-A177-3AD203B41FA5}">
                      <a16:colId xmlns:a16="http://schemas.microsoft.com/office/drawing/2014/main" val="2807717859"/>
                    </a:ext>
                  </a:extLst>
                </a:gridCol>
              </a:tblGrid>
              <a:tr h="446211">
                <a:tc>
                  <a:txBody>
                    <a:bodyPr/>
                    <a:lstStyle/>
                    <a:p>
                      <a:pPr algn="ctr"/>
                      <a:r>
                        <a:rPr lang="en-GB" sz="1400" err="1">
                          <a:latin typeface="ES Klarheit Grotesk" pitchFamily="2" charset="0"/>
                          <a:ea typeface="ES Klarheit Grotesk" pitchFamily="2" charset="0"/>
                        </a:rPr>
                        <a:t>S.No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4E8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4E8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4E8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4E8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11375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1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3509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2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566271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3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799398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4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989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176DAA-AD8E-8376-834A-6CDA391F6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710696"/>
              </p:ext>
            </p:extLst>
          </p:nvPr>
        </p:nvGraphicFramePr>
        <p:xfrm>
          <a:off x="6095999" y="3691465"/>
          <a:ext cx="5118099" cy="20616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4840">
                  <a:extLst>
                    <a:ext uri="{9D8B030D-6E8A-4147-A177-3AD203B41FA5}">
                      <a16:colId xmlns:a16="http://schemas.microsoft.com/office/drawing/2014/main" val="1616127003"/>
                    </a:ext>
                  </a:extLst>
                </a:gridCol>
                <a:gridCol w="1553921">
                  <a:extLst>
                    <a:ext uri="{9D8B030D-6E8A-4147-A177-3AD203B41FA5}">
                      <a16:colId xmlns:a16="http://schemas.microsoft.com/office/drawing/2014/main" val="3888890989"/>
                    </a:ext>
                  </a:extLst>
                </a:gridCol>
                <a:gridCol w="1560805">
                  <a:extLst>
                    <a:ext uri="{9D8B030D-6E8A-4147-A177-3AD203B41FA5}">
                      <a16:colId xmlns:a16="http://schemas.microsoft.com/office/drawing/2014/main" val="4221097461"/>
                    </a:ext>
                  </a:extLst>
                </a:gridCol>
                <a:gridCol w="1338533">
                  <a:extLst>
                    <a:ext uri="{9D8B030D-6E8A-4147-A177-3AD203B41FA5}">
                      <a16:colId xmlns:a16="http://schemas.microsoft.com/office/drawing/2014/main" val="2807717859"/>
                    </a:ext>
                  </a:extLst>
                </a:gridCol>
              </a:tblGrid>
              <a:tr h="446211">
                <a:tc>
                  <a:txBody>
                    <a:bodyPr/>
                    <a:lstStyle/>
                    <a:p>
                      <a:pPr algn="ctr"/>
                      <a:r>
                        <a:rPr lang="en-GB" sz="1400" err="1">
                          <a:latin typeface="ES Klarheit Grotesk" pitchFamily="2" charset="0"/>
                          <a:ea typeface="ES Klarheit Grotesk" pitchFamily="2" charset="0"/>
                        </a:rPr>
                        <a:t>S.No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563B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563B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563B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latin typeface="ES Klarheit Grotesk" pitchFamily="2" charset="0"/>
                          <a:ea typeface="ES Klarheit Grotesk" pitchFamily="2" charset="0"/>
                        </a:rPr>
                        <a:t>Task</a:t>
                      </a:r>
                      <a:endParaRPr lang="en-IN" sz="1400">
                        <a:latin typeface="ES Klarheit Grotesk" pitchFamily="2" charset="0"/>
                        <a:ea typeface="ES Klarheit Grotesk" pitchFamily="2" charset="0"/>
                      </a:endParaRPr>
                    </a:p>
                  </a:txBody>
                  <a:tcPr anchor="ctr">
                    <a:solidFill>
                      <a:srgbClr val="563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11375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1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3509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2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566271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3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799398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4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kern="1200">
                          <a:solidFill>
                            <a:srgbClr val="282828"/>
                          </a:solidFill>
                          <a:latin typeface="ES Klarheit Grotesk" pitchFamily="2" charset="0"/>
                          <a:ea typeface="ES Klarheit Grotesk" pitchFamily="2" charset="0"/>
                          <a:cs typeface="+mn-cs"/>
                        </a:rPr>
                        <a:t>Lorem ipsum</a:t>
                      </a:r>
                      <a:endParaRPr lang="en-IN" sz="1100" b="0" kern="1200">
                        <a:solidFill>
                          <a:srgbClr val="282828"/>
                        </a:solidFill>
                        <a:latin typeface="ES Klarheit Grotesk" pitchFamily="2" charset="0"/>
                        <a:ea typeface="ES Klarheit Grotesk" pitchFamily="2" charset="0"/>
                        <a:cs typeface="+mn-cs"/>
                      </a:endParaRPr>
                    </a:p>
                  </a:txBody>
                  <a:tcPr anchor="ctr">
                    <a:solidFill>
                      <a:srgbClr val="F1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98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598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B6069-F13D-F632-A212-29664AE1D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9FF1CBB-E37C-5424-44C0-3A3A48A8FCCE}"/>
              </a:ext>
            </a:extLst>
          </p:cNvPr>
          <p:cNvSpPr/>
          <p:nvPr/>
        </p:nvSpPr>
        <p:spPr>
          <a:xfrm>
            <a:off x="5963921" y="1584960"/>
            <a:ext cx="4958080" cy="399288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3A816-DA24-8ABE-DD8D-975610C11882}"/>
              </a:ext>
            </a:extLst>
          </p:cNvPr>
          <p:cNvSpPr/>
          <p:nvPr/>
        </p:nvSpPr>
        <p:spPr>
          <a:xfrm>
            <a:off x="711200" y="1584960"/>
            <a:ext cx="4958080" cy="39928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C613FF-5FCC-6F10-3003-E166A8FA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Smart Graphics</a:t>
            </a:r>
            <a:endParaRPr lang="en-IN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1E8F176F-252F-2182-E3DD-1856CB1698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529960"/>
              </p:ext>
            </p:extLst>
          </p:nvPr>
        </p:nvGraphicFramePr>
        <p:xfrm>
          <a:off x="1131916" y="2102748"/>
          <a:ext cx="3897284" cy="2957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Content Placeholder 6">
            <a:extLst>
              <a:ext uri="{FF2B5EF4-FFF2-40B4-BE49-F238E27FC236}">
                <a16:creationId xmlns:a16="http://schemas.microsoft.com/office/drawing/2014/main" id="{EFEE43EE-DA92-5691-0C2B-7A1530DF64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7271303"/>
              </p:ext>
            </p:extLst>
          </p:nvPr>
        </p:nvGraphicFramePr>
        <p:xfrm>
          <a:off x="5923282" y="1818640"/>
          <a:ext cx="4958080" cy="375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0851469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A109B-FF9A-4EE9-43F9-1D985685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E8881-A9CD-EA08-3A8C-CB5C04E7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Smart Graphics</a:t>
            </a:r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FE94F9C-4F98-6527-1144-EB518172B989}"/>
              </a:ext>
            </a:extLst>
          </p:cNvPr>
          <p:cNvGraphicFramePr/>
          <p:nvPr/>
        </p:nvGraphicFramePr>
        <p:xfrm>
          <a:off x="6095998" y="2097616"/>
          <a:ext cx="4749800" cy="2880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E41F292-F212-AD86-B08C-321651D5F5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0691396"/>
              </p:ext>
            </p:extLst>
          </p:nvPr>
        </p:nvGraphicFramePr>
        <p:xfrm>
          <a:off x="799968" y="2097614"/>
          <a:ext cx="4897788" cy="2880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05999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CEC28-EF89-B5FC-7DB9-84D9E57C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2938B02-3450-96F7-BA88-D1418BA02E3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479787" y="3921278"/>
            <a:ext cx="5054600" cy="1055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>
                <a:solidFill>
                  <a:schemeClr val="bg1"/>
                </a:solidFill>
                <a:latin typeface="ES Klarheit Grotesk Lt" pitchFamily="2" charset="0"/>
                <a:ea typeface="ES Klarheit Grotesk Lt" pitchFamily="2" charset="0"/>
              </a:rPr>
              <a:t>It’s time to</a:t>
            </a:r>
            <a:endParaRPr lang="en-IN" sz="4800">
              <a:solidFill>
                <a:schemeClr val="bg1"/>
              </a:solidFill>
              <a:latin typeface="ES Klarheit Grotesk Lt" pitchFamily="2" charset="0"/>
              <a:ea typeface="ES Klarheit Grotesk Lt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56ED0E6-D482-DA18-ACE6-823C3264AA1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28734" y="4488016"/>
            <a:ext cx="4835525" cy="9763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6000" dirty="0" err="1">
                <a:solidFill>
                  <a:srgbClr val="FF5E4F"/>
                </a:solidFill>
                <a:latin typeface="ES Klarheit Grotesk Lt" pitchFamily="2" charset="0"/>
                <a:ea typeface="ES Klarheit Grotesk Lt" pitchFamily="2" charset="0"/>
              </a:rPr>
              <a:t>Outcreate</a:t>
            </a:r>
            <a:endParaRPr lang="en-GB" sz="6000" dirty="0">
              <a:solidFill>
                <a:srgbClr val="FF5E4F"/>
              </a:solidFill>
              <a:latin typeface="ES Klarheit Grotesk Lt" pitchFamily="2" charset="0"/>
              <a:ea typeface="ES Klarheit Grotesk 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272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DD60E-5488-0FFF-B819-EF45EE34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4C16D3D-B2C2-8FB6-E421-6FA4E2993D9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739569" y="1964407"/>
            <a:ext cx="5054600" cy="1055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>
                <a:solidFill>
                  <a:schemeClr val="bg1"/>
                </a:solidFill>
                <a:latin typeface="ES Klarheit Grotesk Lt" pitchFamily="2" charset="0"/>
                <a:ea typeface="ES Klarheit Grotesk Lt" pitchFamily="2" charset="0"/>
              </a:rPr>
              <a:t>It’s time to</a:t>
            </a:r>
            <a:endParaRPr lang="en-IN" sz="4800">
              <a:solidFill>
                <a:schemeClr val="bg1"/>
              </a:solidFill>
              <a:latin typeface="ES Klarheit Grotesk Lt" pitchFamily="2" charset="0"/>
              <a:ea typeface="ES Klarheit Grotesk Lt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4226478-25B3-BEC4-16A2-3C7FCEDE049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88200" y="2569369"/>
            <a:ext cx="4835525" cy="1257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6000" dirty="0" err="1">
                <a:solidFill>
                  <a:srgbClr val="FF5E4F"/>
                </a:solidFill>
                <a:latin typeface="ES Klarheit Grotesk Lt" pitchFamily="2" charset="0"/>
                <a:ea typeface="ES Klarheit Grotesk Lt" pitchFamily="2" charset="0"/>
              </a:rPr>
              <a:t>Outcreate</a:t>
            </a:r>
            <a:endParaRPr lang="en-GB" sz="6000" dirty="0">
              <a:solidFill>
                <a:srgbClr val="FF5E4F"/>
              </a:solidFill>
              <a:latin typeface="ES Klarheit Grotesk Lt" pitchFamily="2" charset="0"/>
              <a:ea typeface="ES Klarheit Grotesk 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254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134BE-C5BF-9125-25C2-9BEF697F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DD9A27FD-F306-CA25-68A9-1F080AEE77EE}"/>
              </a:ext>
            </a:extLst>
          </p:cNvPr>
          <p:cNvSpPr txBox="1">
            <a:spLocks/>
          </p:cNvSpPr>
          <p:nvPr/>
        </p:nvSpPr>
        <p:spPr>
          <a:xfrm>
            <a:off x="1479787" y="3921278"/>
            <a:ext cx="5054600" cy="10556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4800">
                <a:solidFill>
                  <a:srgbClr val="282828"/>
                </a:solidFill>
                <a:latin typeface="ES Klarheit Grotesk Lt" pitchFamily="2" charset="0"/>
                <a:ea typeface="ES Klarheit Grotesk Lt" pitchFamily="2" charset="0"/>
              </a:rPr>
              <a:t>It’s time to</a:t>
            </a:r>
            <a:endParaRPr lang="en-IN" sz="4800">
              <a:solidFill>
                <a:srgbClr val="282828"/>
              </a:solidFill>
              <a:latin typeface="ES Klarheit Grotesk Lt" pitchFamily="2" charset="0"/>
              <a:ea typeface="ES Klarheit Grotesk Lt" pitchFamily="2" charset="0"/>
            </a:endParaRP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442CA3D2-C575-8072-F50C-67B7A6639CBC}"/>
              </a:ext>
            </a:extLst>
          </p:cNvPr>
          <p:cNvSpPr txBox="1">
            <a:spLocks/>
          </p:cNvSpPr>
          <p:nvPr/>
        </p:nvSpPr>
        <p:spPr>
          <a:xfrm>
            <a:off x="1928734" y="4488016"/>
            <a:ext cx="4835525" cy="9763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6000" err="1">
                <a:solidFill>
                  <a:srgbClr val="FF5E4F"/>
                </a:solidFill>
                <a:latin typeface="ES Klarheit Grotesk Lt" pitchFamily="2" charset="0"/>
                <a:ea typeface="ES Klarheit Grotesk Lt" pitchFamily="2" charset="0"/>
              </a:rPr>
              <a:t>Outcreate</a:t>
            </a:r>
            <a:endParaRPr lang="en-GB" sz="6000">
              <a:solidFill>
                <a:srgbClr val="FF5E4F"/>
              </a:solidFill>
              <a:latin typeface="ES Klarheit Grotesk Lt" pitchFamily="2" charset="0"/>
              <a:ea typeface="ES Klarheit Grotesk 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972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ADE16-75F4-4265-A0D5-960C5DF65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4BC53F74-B828-974D-0999-DBB8B9E2E433}"/>
              </a:ext>
            </a:extLst>
          </p:cNvPr>
          <p:cNvSpPr txBox="1">
            <a:spLocks/>
          </p:cNvSpPr>
          <p:nvPr/>
        </p:nvSpPr>
        <p:spPr>
          <a:xfrm>
            <a:off x="6610587" y="2117878"/>
            <a:ext cx="5054600" cy="10556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4800">
                <a:solidFill>
                  <a:srgbClr val="282828"/>
                </a:solidFill>
                <a:latin typeface="ES Klarheit Grotesk Lt" pitchFamily="2" charset="0"/>
                <a:ea typeface="ES Klarheit Grotesk Lt" pitchFamily="2" charset="0"/>
              </a:rPr>
              <a:t>It’s time to</a:t>
            </a:r>
            <a:endParaRPr lang="en-IN" sz="4800">
              <a:solidFill>
                <a:srgbClr val="282828"/>
              </a:solidFill>
              <a:latin typeface="ES Klarheit Grotesk Lt" pitchFamily="2" charset="0"/>
              <a:ea typeface="ES Klarheit Grotesk Lt" pitchFamily="2" charset="0"/>
            </a:endParaRP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02DB29F7-7597-8443-210E-B53ED15D22F4}"/>
              </a:ext>
            </a:extLst>
          </p:cNvPr>
          <p:cNvSpPr txBox="1">
            <a:spLocks/>
          </p:cNvSpPr>
          <p:nvPr/>
        </p:nvSpPr>
        <p:spPr>
          <a:xfrm>
            <a:off x="7059534" y="2684616"/>
            <a:ext cx="4835525" cy="9763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6000" err="1">
                <a:solidFill>
                  <a:srgbClr val="FF5E4F"/>
                </a:solidFill>
                <a:latin typeface="ES Klarheit Grotesk Lt" pitchFamily="2" charset="0"/>
                <a:ea typeface="ES Klarheit Grotesk Lt" pitchFamily="2" charset="0"/>
              </a:rPr>
              <a:t>Outcreate</a:t>
            </a:r>
            <a:endParaRPr lang="en-GB" sz="6000">
              <a:solidFill>
                <a:srgbClr val="FF5E4F"/>
              </a:solidFill>
              <a:latin typeface="ES Klarheit Grotesk Lt" pitchFamily="2" charset="0"/>
              <a:ea typeface="ES Klarheit Grotesk 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813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LTM">
    <a:dk1>
      <a:srgbClr val="1A1A1A"/>
    </a:dk1>
    <a:lt1>
      <a:srgbClr val="FFFFFF"/>
    </a:lt1>
    <a:dk2>
      <a:srgbClr val="FF5E4F"/>
    </a:dk2>
    <a:lt2>
      <a:srgbClr val="C1C1C1"/>
    </a:lt2>
    <a:accent1>
      <a:srgbClr val="FF5E4F"/>
    </a:accent1>
    <a:accent2>
      <a:srgbClr val="559BB5"/>
    </a:accent2>
    <a:accent3>
      <a:srgbClr val="482475"/>
    </a:accent3>
    <a:accent4>
      <a:srgbClr val="F8FFC8"/>
    </a:accent4>
    <a:accent5>
      <a:srgbClr val="34754D"/>
    </a:accent5>
    <a:accent6>
      <a:srgbClr val="C1C1C1"/>
    </a:accent6>
    <a:hlink>
      <a:srgbClr val="1A1A1A"/>
    </a:hlink>
    <a:folHlink>
      <a:srgbClr val="1A1A1A"/>
    </a:folHlink>
  </a:clrScheme>
  <a:fontScheme name="ES Klarheit">
    <a:majorFont>
      <a:latin typeface="ES Klarheit Grotesk"/>
      <a:ea typeface=""/>
      <a:cs typeface=""/>
    </a:majorFont>
    <a:minorFont>
      <a:latin typeface="ES Klarheit Grotesk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BA268F3B63AD46815894F6A8336DF0" ma:contentTypeVersion="12" ma:contentTypeDescription="Create a new document." ma:contentTypeScope="" ma:versionID="2cf73f8aee3e29f0f7494ee804fc5303">
  <xsd:schema xmlns:xsd="http://www.w3.org/2001/XMLSchema" xmlns:xs="http://www.w3.org/2001/XMLSchema" xmlns:p="http://schemas.microsoft.com/office/2006/metadata/properties" xmlns:ns2="91593002-06c2-4baf-ae3b-b47a356c77b1" xmlns:ns3="1ca2d392-13f8-42ee-acf6-3adaa4d859ba" targetNamespace="http://schemas.microsoft.com/office/2006/metadata/properties" ma:root="true" ma:fieldsID="e3a1df8187d9a1511331ee0705a908fb" ns2:_="" ns3:_="">
    <xsd:import namespace="91593002-06c2-4baf-ae3b-b47a356c77b1"/>
    <xsd:import namespace="1ca2d392-13f8-42ee-acf6-3adaa4d859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93002-06c2-4baf-ae3b-b47a356c77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c554113-5c1c-4c88-a5a0-ba7e0db0880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a2d392-13f8-42ee-acf6-3adaa4d859b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4cb868e-6014-480c-9452-65e31e418a13}" ma:internalName="TaxCatchAll" ma:readOnly="false" ma:showField="CatchAllData" ma:web="1ca2d392-13f8-42ee-acf6-3adaa4d859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ca2d392-13f8-42ee-acf6-3adaa4d859ba" xsi:nil="true"/>
    <lcf76f155ced4ddcb4097134ff3c332f xmlns="91593002-06c2-4baf-ae3b-b47a356c77b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FB0CDC3-4062-4B0D-B5FA-48FC15A3059C}"/>
</file>

<file path=customXml/itemProps2.xml><?xml version="1.0" encoding="utf-8"?>
<ds:datastoreItem xmlns:ds="http://schemas.openxmlformats.org/officeDocument/2006/customXml" ds:itemID="{DC2C7958-3EF7-4B5C-87DB-B49458E0C387}"/>
</file>

<file path=customXml/itemProps3.xml><?xml version="1.0" encoding="utf-8"?>
<ds:datastoreItem xmlns:ds="http://schemas.openxmlformats.org/officeDocument/2006/customXml" ds:itemID="{368D52D5-67A1-4D7C-BC89-30B97A6A65AA}"/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651</Words>
  <Application>Microsoft Office PowerPoint</Application>
  <PresentationFormat>Widescreen</PresentationFormat>
  <Paragraphs>173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Aptos</vt:lpstr>
      <vt:lpstr>Aptos Display</vt:lpstr>
      <vt:lpstr>Arial</vt:lpstr>
      <vt:lpstr>ES Klarheit Grotesk</vt:lpstr>
      <vt:lpstr>ES Klarheit Grotesk Bk</vt:lpstr>
      <vt:lpstr>ES Klarheit Grotesk Lt</vt:lpstr>
      <vt:lpstr>ES Klarheit Grotesk Md</vt:lpstr>
      <vt:lpstr>ES Klarheit Grotesk Smbd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Colour Palette + Font</vt:lpstr>
      <vt:lpstr>Iconography</vt:lpstr>
      <vt:lpstr>Agenda</vt:lpstr>
      <vt:lpstr>Agenda</vt:lpstr>
      <vt:lpstr>Title here</vt:lpstr>
      <vt:lpstr>Title here</vt:lpstr>
      <vt:lpstr>Title here</vt:lpstr>
      <vt:lpstr>Title here</vt:lpstr>
      <vt:lpstr>Title here</vt:lpstr>
      <vt:lpstr>Title here</vt:lpstr>
      <vt:lpstr>Title here</vt:lpstr>
      <vt:lpstr>Graphs</vt:lpstr>
      <vt:lpstr>Graphs</vt:lpstr>
      <vt:lpstr>Table Styles</vt:lpstr>
      <vt:lpstr>Smart Graphics</vt:lpstr>
      <vt:lpstr>Smart Graphics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Archana Uday Dange</dc:creator>
  <cp:lastModifiedBy>Archana Uday Dange</cp:lastModifiedBy>
  <cp:revision>1</cp:revision>
  <dcterms:created xsi:type="dcterms:W3CDTF">2026-02-05T06:22:38Z</dcterms:created>
  <dcterms:modified xsi:type="dcterms:W3CDTF">2026-02-18T07:26:20Z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0x010100AEBA268F3B63AD46815894F6A8336DF0</vt:lpwstr>
  </property>
</Properties>
</file>